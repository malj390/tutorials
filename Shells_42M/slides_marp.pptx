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2034720" y="2233080"/>
            <a:ext cx="8117640" cy="1094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610" spc="-1" strike="noStrike">
                <a:solidFill>
                  <a:srgbClr val="e2e8f0"/>
                </a:solidFill>
                <a:latin typeface="Courier New"/>
                <a:ea typeface="Courier New"/>
              </a:rPr>
              <a:t>Shell Showdown</a:t>
            </a:r>
            <a:endParaRPr b="0" lang="en-US" sz="76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50240" y="3922200"/>
            <a:ext cx="1069632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70" spc="-1" strike="noStrike">
                <a:solidFill>
                  <a:srgbClr val="94a3b8"/>
                </a:solidFill>
                <a:latin typeface="Courier New"/>
                <a:ea typeface="Courier New"/>
              </a:rPr>
              <a:t>Bash, Zsh &amp; Fish: Eficiencia en la Terminal</a:t>
            </a:r>
            <a:endParaRPr b="0" lang="en-US" sz="32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762800" y="4953960"/>
            <a:ext cx="2670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20" spc="-1" strike="noStrike">
                <a:solidFill>
                  <a:srgbClr val="64748b"/>
                </a:solidFill>
                <a:latin typeface="Courier New"/>
                <a:ea typeface="Courier New"/>
              </a:rPr>
              <a:t>Tutorial para 42 Málaga</a:t>
            </a:r>
            <a:endParaRPr b="0" lang="en-US" sz="152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117520" y="1957680"/>
            <a:ext cx="796068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01. Introducción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4320" y="3494160"/>
            <a:ext cx="662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34d399"/>
                </a:solidFill>
                <a:latin typeface="Courier New"/>
                <a:ea typeface="Courier New"/>
              </a:rPr>
              <a:t>Bash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930280" y="3903840"/>
            <a:ext cx="33156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64748b"/>
                </a:solidFill>
                <a:latin typeface="Courier New"/>
                <a:ea typeface="Courier New"/>
              </a:rPr>
              <a:t>vs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847480" y="4322880"/>
            <a:ext cx="49608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2dd4bf"/>
                </a:solidFill>
                <a:latin typeface="Courier New"/>
                <a:ea typeface="Courier New"/>
              </a:rPr>
              <a:t>Zsh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930280" y="4732560"/>
            <a:ext cx="33156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64748b"/>
                </a:solidFill>
                <a:latin typeface="Courier New"/>
                <a:ea typeface="Courier New"/>
              </a:rPr>
              <a:t>vs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764320" y="5151600"/>
            <a:ext cx="662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60a5fa"/>
                </a:solidFill>
                <a:latin typeface="Courier New"/>
                <a:ea typeface="Courier New"/>
              </a:rPr>
              <a:t>Fish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57200" y="484560"/>
            <a:ext cx="729756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Ecosistema de Shells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456840" y="2143080"/>
            <a:ext cx="3657960" cy="4886640"/>
          </a:xfrm>
          <a:custGeom>
            <a:avLst/>
            <a:gdLst/>
            <a:ahLst/>
            <a:rect l="0" t="0" r="r" b="b"/>
            <a:pathLst>
              <a:path w="10161" h="13574">
                <a:moveTo>
                  <a:pt x="0" y="0"/>
                </a:moveTo>
                <a:lnTo>
                  <a:pt x="10161" y="0"/>
                </a:lnTo>
                <a:lnTo>
                  <a:pt x="10161" y="13574"/>
                </a:lnTo>
                <a:lnTo>
                  <a:pt x="0" y="13574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56840" y="2142720"/>
            <a:ext cx="3657960" cy="4715280"/>
          </a:xfrm>
          <a:custGeom>
            <a:avLst/>
            <a:gdLst/>
            <a:ahLst/>
            <a:rect l="0" t="0" r="r" b="b"/>
            <a:pathLst>
              <a:path w="10161" h="13098">
                <a:moveTo>
                  <a:pt x="10161" y="0"/>
                </a:moveTo>
                <a:lnTo>
                  <a:pt x="0" y="0"/>
                </a:lnTo>
                <a:lnTo>
                  <a:pt x="0" y="13098"/>
                </a:lnTo>
                <a:lnTo>
                  <a:pt x="27" y="13098"/>
                </a:lnTo>
                <a:lnTo>
                  <a:pt x="27" y="318"/>
                </a:lnTo>
                <a:cubicBezTo>
                  <a:pt x="27" y="299"/>
                  <a:pt x="29" y="280"/>
                  <a:pt x="33" y="261"/>
                </a:cubicBezTo>
                <a:cubicBezTo>
                  <a:pt x="36" y="243"/>
                  <a:pt x="42" y="224"/>
                  <a:pt x="49" y="207"/>
                </a:cubicBezTo>
                <a:cubicBezTo>
                  <a:pt x="56" y="189"/>
                  <a:pt x="65" y="172"/>
                  <a:pt x="76" y="156"/>
                </a:cubicBezTo>
                <a:cubicBezTo>
                  <a:pt x="87" y="141"/>
                  <a:pt x="99" y="126"/>
                  <a:pt x="112" y="112"/>
                </a:cubicBezTo>
                <a:cubicBezTo>
                  <a:pt x="126" y="99"/>
                  <a:pt x="140" y="87"/>
                  <a:pt x="156" y="76"/>
                </a:cubicBezTo>
                <a:cubicBezTo>
                  <a:pt x="172" y="66"/>
                  <a:pt x="189" y="57"/>
                  <a:pt x="207" y="49"/>
                </a:cubicBezTo>
                <a:cubicBezTo>
                  <a:pt x="224" y="42"/>
                  <a:pt x="242" y="36"/>
                  <a:pt x="261" y="33"/>
                </a:cubicBezTo>
                <a:cubicBezTo>
                  <a:pt x="280" y="29"/>
                  <a:pt x="299" y="27"/>
                  <a:pt x="318" y="27"/>
                </a:cubicBezTo>
                <a:lnTo>
                  <a:pt x="9844" y="27"/>
                </a:lnTo>
                <a:cubicBezTo>
                  <a:pt x="9863" y="27"/>
                  <a:pt x="9882" y="29"/>
                  <a:pt x="9901" y="33"/>
                </a:cubicBezTo>
                <a:cubicBezTo>
                  <a:pt x="9920" y="36"/>
                  <a:pt x="9938" y="42"/>
                  <a:pt x="9955" y="49"/>
                </a:cubicBezTo>
                <a:cubicBezTo>
                  <a:pt x="9973" y="57"/>
                  <a:pt x="9990" y="66"/>
                  <a:pt x="10006" y="76"/>
                </a:cubicBezTo>
                <a:cubicBezTo>
                  <a:pt x="10022" y="87"/>
                  <a:pt x="10036" y="99"/>
                  <a:pt x="10050" y="112"/>
                </a:cubicBezTo>
                <a:cubicBezTo>
                  <a:pt x="10063" y="126"/>
                  <a:pt x="10075" y="141"/>
                  <a:pt x="10086" y="156"/>
                </a:cubicBezTo>
                <a:cubicBezTo>
                  <a:pt x="10097" y="172"/>
                  <a:pt x="10106" y="189"/>
                  <a:pt x="10113" y="207"/>
                </a:cubicBezTo>
                <a:cubicBezTo>
                  <a:pt x="10120" y="224"/>
                  <a:pt x="10126" y="243"/>
                  <a:pt x="10129" y="261"/>
                </a:cubicBezTo>
                <a:cubicBezTo>
                  <a:pt x="10133" y="280"/>
                  <a:pt x="10135" y="299"/>
                  <a:pt x="10135" y="318"/>
                </a:cubicBezTo>
                <a:lnTo>
                  <a:pt x="10135" y="13098"/>
                </a:lnTo>
                <a:lnTo>
                  <a:pt x="10161" y="13098"/>
                </a:lnTo>
                <a:lnTo>
                  <a:pt x="10161" y="0"/>
                </a:lnTo>
                <a:close/>
              </a:path>
            </a:pathLst>
          </a:custGeom>
          <a:solidFill>
            <a:srgbClr val="34d399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18840" y="2838240"/>
            <a:ext cx="3334320" cy="10080"/>
          </a:xfrm>
          <a:custGeom>
            <a:avLst/>
            <a:gdLst/>
            <a:ahLst/>
            <a:rect l="0" t="0" r="r" b="b"/>
            <a:pathLst>
              <a:path w="9262" h="28">
                <a:moveTo>
                  <a:pt x="0" y="0"/>
                </a:moveTo>
                <a:lnTo>
                  <a:pt x="9262" y="0"/>
                </a:lnTo>
                <a:lnTo>
                  <a:pt x="9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57200" y="1627200"/>
            <a:ext cx="64562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Análisis comparativo de características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19200" y="2356920"/>
            <a:ext cx="18190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34d399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34d399"/>
                </a:solidFill>
                <a:latin typeface="Courier New"/>
                <a:ea typeface="Courier New"/>
              </a:rPr>
              <a:t>Bash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19200" y="3054600"/>
            <a:ext cx="15307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Año de lanzamiento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19200" y="3319200"/>
            <a:ext cx="563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1989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19200" y="3835440"/>
            <a:ext cx="1701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Compatibilidad POSIX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19200" y="4090680"/>
            <a:ext cx="1830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100% Estándar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19200" y="4606920"/>
            <a:ext cx="17852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Filosofía de Sintaxis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19200" y="4871880"/>
            <a:ext cx="2535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Clásica y estricta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19200" y="5378400"/>
            <a:ext cx="1616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Experiencia Inicial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18840" y="6486480"/>
            <a:ext cx="3334320" cy="9720"/>
          </a:xfrm>
          <a:custGeom>
            <a:avLst/>
            <a:gdLst/>
            <a:ahLst/>
            <a:rect l="0" t="0" r="r" b="b"/>
            <a:pathLst>
              <a:path w="9262" h="27">
                <a:moveTo>
                  <a:pt x="0" y="0"/>
                </a:moveTo>
                <a:lnTo>
                  <a:pt x="9262" y="0"/>
                </a:lnTo>
                <a:lnTo>
                  <a:pt x="9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19200" y="5643360"/>
            <a:ext cx="1267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Espartana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4267080" y="2143080"/>
            <a:ext cx="3657960" cy="4886640"/>
          </a:xfrm>
          <a:custGeom>
            <a:avLst/>
            <a:gdLst/>
            <a:ahLst/>
            <a:rect l="0" t="0" r="r" b="b"/>
            <a:pathLst>
              <a:path w="10161" h="13574">
                <a:moveTo>
                  <a:pt x="0" y="0"/>
                </a:moveTo>
                <a:lnTo>
                  <a:pt x="10161" y="0"/>
                </a:lnTo>
                <a:lnTo>
                  <a:pt x="10161" y="13574"/>
                </a:lnTo>
                <a:lnTo>
                  <a:pt x="0" y="13574"/>
                </a:lnTo>
                <a:lnTo>
                  <a:pt x="0" y="0"/>
                </a:lnTo>
                <a:close/>
              </a:path>
            </a:pathLst>
          </a:custGeom>
          <a:solidFill>
            <a:srgbClr val="2dd4b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267080" y="2142720"/>
            <a:ext cx="3657960" cy="4715280"/>
          </a:xfrm>
          <a:custGeom>
            <a:avLst/>
            <a:gdLst/>
            <a:ahLst/>
            <a:rect l="0" t="0" r="r" b="b"/>
            <a:pathLst>
              <a:path w="10161" h="13098">
                <a:moveTo>
                  <a:pt x="10161" y="0"/>
                </a:moveTo>
                <a:lnTo>
                  <a:pt x="0" y="0"/>
                </a:lnTo>
                <a:lnTo>
                  <a:pt x="0" y="13098"/>
                </a:lnTo>
                <a:lnTo>
                  <a:pt x="26" y="13098"/>
                </a:lnTo>
                <a:lnTo>
                  <a:pt x="26" y="318"/>
                </a:lnTo>
                <a:cubicBezTo>
                  <a:pt x="26" y="299"/>
                  <a:pt x="28" y="280"/>
                  <a:pt x="32" y="261"/>
                </a:cubicBezTo>
                <a:cubicBezTo>
                  <a:pt x="36" y="243"/>
                  <a:pt x="41" y="224"/>
                  <a:pt x="48" y="207"/>
                </a:cubicBezTo>
                <a:cubicBezTo>
                  <a:pt x="56" y="189"/>
                  <a:pt x="65" y="172"/>
                  <a:pt x="75" y="156"/>
                </a:cubicBezTo>
                <a:cubicBezTo>
                  <a:pt x="86" y="141"/>
                  <a:pt x="98" y="126"/>
                  <a:pt x="112" y="112"/>
                </a:cubicBezTo>
                <a:cubicBezTo>
                  <a:pt x="125" y="99"/>
                  <a:pt x="140" y="87"/>
                  <a:pt x="156" y="76"/>
                </a:cubicBezTo>
                <a:cubicBezTo>
                  <a:pt x="172" y="66"/>
                  <a:pt x="188" y="57"/>
                  <a:pt x="206" y="49"/>
                </a:cubicBezTo>
                <a:cubicBezTo>
                  <a:pt x="224" y="42"/>
                  <a:pt x="242" y="36"/>
                  <a:pt x="261" y="33"/>
                </a:cubicBezTo>
                <a:cubicBezTo>
                  <a:pt x="279" y="29"/>
                  <a:pt x="298" y="27"/>
                  <a:pt x="317" y="27"/>
                </a:cubicBezTo>
                <a:lnTo>
                  <a:pt x="9843" y="27"/>
                </a:lnTo>
                <a:cubicBezTo>
                  <a:pt x="9862" y="27"/>
                  <a:pt x="9881" y="29"/>
                  <a:pt x="9900" y="33"/>
                </a:cubicBezTo>
                <a:cubicBezTo>
                  <a:pt x="9919" y="36"/>
                  <a:pt x="9937" y="42"/>
                  <a:pt x="9955" y="49"/>
                </a:cubicBezTo>
                <a:cubicBezTo>
                  <a:pt x="9972" y="57"/>
                  <a:pt x="9989" y="66"/>
                  <a:pt x="10005" y="76"/>
                </a:cubicBezTo>
                <a:cubicBezTo>
                  <a:pt x="10021" y="87"/>
                  <a:pt x="10036" y="99"/>
                  <a:pt x="10049" y="112"/>
                </a:cubicBezTo>
                <a:cubicBezTo>
                  <a:pt x="10063" y="126"/>
                  <a:pt x="10075" y="141"/>
                  <a:pt x="10085" y="156"/>
                </a:cubicBezTo>
                <a:cubicBezTo>
                  <a:pt x="10096" y="172"/>
                  <a:pt x="10105" y="189"/>
                  <a:pt x="10112" y="207"/>
                </a:cubicBezTo>
                <a:cubicBezTo>
                  <a:pt x="10120" y="224"/>
                  <a:pt x="10125" y="243"/>
                  <a:pt x="10129" y="261"/>
                </a:cubicBezTo>
                <a:cubicBezTo>
                  <a:pt x="10133" y="280"/>
                  <a:pt x="10134" y="299"/>
                  <a:pt x="10134" y="318"/>
                </a:cubicBezTo>
                <a:lnTo>
                  <a:pt x="10134" y="13098"/>
                </a:lnTo>
                <a:lnTo>
                  <a:pt x="10161" y="13098"/>
                </a:lnTo>
                <a:lnTo>
                  <a:pt x="10161" y="0"/>
                </a:lnTo>
                <a:close/>
              </a:path>
            </a:pathLst>
          </a:custGeom>
          <a:solidFill>
            <a:srgbClr val="2dd4bf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4429080" y="2838240"/>
            <a:ext cx="3333960" cy="10080"/>
          </a:xfrm>
          <a:custGeom>
            <a:avLst/>
            <a:gdLst/>
            <a:ahLst/>
            <a:rect l="0" t="0" r="r" b="b"/>
            <a:pathLst>
              <a:path w="9261" h="28">
                <a:moveTo>
                  <a:pt x="0" y="0"/>
                </a:moveTo>
                <a:lnTo>
                  <a:pt x="9261" y="0"/>
                </a:lnTo>
                <a:lnTo>
                  <a:pt x="9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19200" y="6601680"/>
            <a:ext cx="2090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20" spc="-1" strike="noStrike">
                <a:solidFill>
                  <a:srgbClr val="64748b"/>
                </a:solidFill>
                <a:latin typeface="Courier New"/>
                <a:ea typeface="Courier New"/>
              </a:rPr>
              <a:t>Plugins: Limitados</a:t>
            </a:r>
            <a:endParaRPr b="0" lang="en-US" sz="1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429080" y="2356920"/>
            <a:ext cx="16376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2dd4bf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2dd4bf"/>
                </a:solidFill>
                <a:latin typeface="Courier New"/>
                <a:ea typeface="Courier New"/>
              </a:rPr>
              <a:t>Zsh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429080" y="3054600"/>
            <a:ext cx="15307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Año de lanzamiento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429080" y="3319200"/>
            <a:ext cx="563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1990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429080" y="3835440"/>
            <a:ext cx="1701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Compatibilidad POSIX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429080" y="4090680"/>
            <a:ext cx="267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99% (Superconjunto)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429080" y="4606920"/>
            <a:ext cx="17852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Filosofía de Sintaxis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429080" y="487188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Clásica mejorada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429080" y="5378400"/>
            <a:ext cx="1616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Experiencia Inicial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429080" y="648648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429080" y="5643360"/>
            <a:ext cx="1267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Espartana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8076960" y="2143080"/>
            <a:ext cx="3657960" cy="4886640"/>
          </a:xfrm>
          <a:custGeom>
            <a:avLst/>
            <a:gdLst/>
            <a:ahLst/>
            <a:rect l="0" t="0" r="r" b="b"/>
            <a:pathLst>
              <a:path w="10161" h="13574">
                <a:moveTo>
                  <a:pt x="0" y="0"/>
                </a:moveTo>
                <a:lnTo>
                  <a:pt x="10161" y="0"/>
                </a:lnTo>
                <a:lnTo>
                  <a:pt x="10161" y="13574"/>
                </a:lnTo>
                <a:lnTo>
                  <a:pt x="0" y="13574"/>
                </a:lnTo>
                <a:lnTo>
                  <a:pt x="0" y="0"/>
                </a:lnTo>
                <a:close/>
              </a:path>
            </a:pathLst>
          </a:custGeom>
          <a:solidFill>
            <a:srgbClr val="60a5fa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8076960" y="2142720"/>
            <a:ext cx="3657960" cy="4715280"/>
          </a:xfrm>
          <a:custGeom>
            <a:avLst/>
            <a:gdLst/>
            <a:ahLst/>
            <a:rect l="0" t="0" r="r" b="b"/>
            <a:pathLst>
              <a:path w="10161" h="13098">
                <a:moveTo>
                  <a:pt x="10161" y="0"/>
                </a:moveTo>
                <a:lnTo>
                  <a:pt x="0" y="0"/>
                </a:lnTo>
                <a:lnTo>
                  <a:pt x="0" y="13098"/>
                </a:lnTo>
                <a:lnTo>
                  <a:pt x="27" y="13098"/>
                </a:lnTo>
                <a:lnTo>
                  <a:pt x="27" y="318"/>
                </a:lnTo>
                <a:cubicBezTo>
                  <a:pt x="27" y="299"/>
                  <a:pt x="28" y="280"/>
                  <a:pt x="32" y="261"/>
                </a:cubicBezTo>
                <a:cubicBezTo>
                  <a:pt x="36" y="243"/>
                  <a:pt x="41" y="224"/>
                  <a:pt x="49" y="207"/>
                </a:cubicBezTo>
                <a:cubicBezTo>
                  <a:pt x="56" y="189"/>
                  <a:pt x="65" y="172"/>
                  <a:pt x="76" y="156"/>
                </a:cubicBezTo>
                <a:cubicBezTo>
                  <a:pt x="86" y="141"/>
                  <a:pt x="98" y="126"/>
                  <a:pt x="112" y="112"/>
                </a:cubicBezTo>
                <a:cubicBezTo>
                  <a:pt x="125" y="99"/>
                  <a:pt x="140" y="87"/>
                  <a:pt x="156" y="76"/>
                </a:cubicBezTo>
                <a:cubicBezTo>
                  <a:pt x="172" y="66"/>
                  <a:pt x="189" y="57"/>
                  <a:pt x="206" y="49"/>
                </a:cubicBezTo>
                <a:cubicBezTo>
                  <a:pt x="224" y="42"/>
                  <a:pt x="242" y="36"/>
                  <a:pt x="261" y="33"/>
                </a:cubicBezTo>
                <a:cubicBezTo>
                  <a:pt x="280" y="29"/>
                  <a:pt x="299" y="27"/>
                  <a:pt x="318" y="27"/>
                </a:cubicBezTo>
                <a:lnTo>
                  <a:pt x="9844" y="27"/>
                </a:lnTo>
                <a:cubicBezTo>
                  <a:pt x="9863" y="27"/>
                  <a:pt x="9882" y="29"/>
                  <a:pt x="9900" y="33"/>
                </a:cubicBezTo>
                <a:cubicBezTo>
                  <a:pt x="9919" y="36"/>
                  <a:pt x="9937" y="42"/>
                  <a:pt x="9955" y="49"/>
                </a:cubicBezTo>
                <a:cubicBezTo>
                  <a:pt x="9973" y="57"/>
                  <a:pt x="9989" y="66"/>
                  <a:pt x="10005" y="76"/>
                </a:cubicBezTo>
                <a:cubicBezTo>
                  <a:pt x="10021" y="87"/>
                  <a:pt x="10036" y="99"/>
                  <a:pt x="10049" y="112"/>
                </a:cubicBezTo>
                <a:cubicBezTo>
                  <a:pt x="10063" y="126"/>
                  <a:pt x="10075" y="141"/>
                  <a:pt x="10086" y="156"/>
                </a:cubicBezTo>
                <a:cubicBezTo>
                  <a:pt x="10096" y="172"/>
                  <a:pt x="10105" y="189"/>
                  <a:pt x="10113" y="207"/>
                </a:cubicBezTo>
                <a:cubicBezTo>
                  <a:pt x="10120" y="224"/>
                  <a:pt x="10125" y="243"/>
                  <a:pt x="10129" y="261"/>
                </a:cubicBezTo>
                <a:cubicBezTo>
                  <a:pt x="10133" y="280"/>
                  <a:pt x="10135" y="299"/>
                  <a:pt x="10135" y="318"/>
                </a:cubicBezTo>
                <a:lnTo>
                  <a:pt x="10135" y="13098"/>
                </a:lnTo>
                <a:lnTo>
                  <a:pt x="10161" y="13098"/>
                </a:lnTo>
                <a:lnTo>
                  <a:pt x="10161" y="0"/>
                </a:lnTo>
                <a:close/>
              </a:path>
            </a:pathLst>
          </a:custGeom>
          <a:solidFill>
            <a:srgbClr val="60a5fa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8238960" y="2838240"/>
            <a:ext cx="3333960" cy="10080"/>
          </a:xfrm>
          <a:custGeom>
            <a:avLst/>
            <a:gdLst/>
            <a:ahLst/>
            <a:rect l="0" t="0" r="r" b="b"/>
            <a:pathLst>
              <a:path w="9261" h="28">
                <a:moveTo>
                  <a:pt x="0" y="0"/>
                </a:moveTo>
                <a:lnTo>
                  <a:pt x="9261" y="0"/>
                </a:lnTo>
                <a:lnTo>
                  <a:pt x="9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429080" y="6601680"/>
            <a:ext cx="3251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20" spc="-1" strike="noStrike">
                <a:solidFill>
                  <a:srgbClr val="64748b"/>
                </a:solidFill>
                <a:latin typeface="Courier New"/>
                <a:ea typeface="Courier New"/>
              </a:rPr>
              <a:t>Plugins: Oh My Zsh (Extenso)</a:t>
            </a:r>
            <a:endParaRPr b="0" lang="en-US" sz="1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238960" y="2356920"/>
            <a:ext cx="18190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60a5fa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60a5fa"/>
                </a:solidFill>
                <a:latin typeface="Courier New"/>
                <a:ea typeface="Courier New"/>
              </a:rPr>
              <a:t>Fish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8238960" y="3054600"/>
            <a:ext cx="15307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Año de lanzamiento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238960" y="3319200"/>
            <a:ext cx="563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2005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238960" y="3835440"/>
            <a:ext cx="1701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Compatibilidad POSIX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238960" y="4090680"/>
            <a:ext cx="2535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0% (Diseño propio)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238960" y="4606920"/>
            <a:ext cx="17852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Filosofía de Sintaxis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238960" y="487188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Moderna (Humana)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238960" y="5378400"/>
            <a:ext cx="1616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110" spc="-1" strike="noStrike">
                <a:solidFill>
                  <a:srgbClr val="64748b"/>
                </a:solidFill>
                <a:latin typeface="Courier New"/>
                <a:ea typeface="Courier New"/>
              </a:rPr>
              <a:t>Experiencia Inicial</a:t>
            </a:r>
            <a:endParaRPr b="0" lang="en-US" sz="11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8238960" y="620064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238960" y="5643360"/>
            <a:ext cx="3098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Completa e Inteligente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238960" y="6315840"/>
            <a:ext cx="2904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20" spc="-1" strike="noStrike">
                <a:solidFill>
                  <a:srgbClr val="64748b"/>
                </a:solidFill>
                <a:latin typeface="Courier New"/>
                <a:ea typeface="Courier New"/>
              </a:rPr>
              <a:t>Plugins: Fisher (Ligero /</a:t>
            </a:r>
            <a:endParaRPr b="0" lang="en-US" sz="1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238960" y="6601680"/>
            <a:ext cx="812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20" spc="-1" strike="noStrike">
                <a:solidFill>
                  <a:srgbClr val="64748b"/>
                </a:solidFill>
                <a:latin typeface="Courier New"/>
                <a:ea typeface="Courier New"/>
              </a:rPr>
              <a:t>Nativo)</a:t>
            </a:r>
            <a:endParaRPr b="0" lang="en-US" sz="152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456840" y="1581120"/>
            <a:ext cx="3657960" cy="9506160"/>
          </a:xfrm>
          <a:custGeom>
            <a:avLst/>
            <a:gdLst/>
            <a:ahLst/>
            <a:rect l="0" t="0" r="r" b="b"/>
            <a:pathLst>
              <a:path w="10161" h="26406">
                <a:moveTo>
                  <a:pt x="0" y="0"/>
                </a:moveTo>
                <a:lnTo>
                  <a:pt x="10161" y="0"/>
                </a:lnTo>
                <a:lnTo>
                  <a:pt x="10161" y="26406"/>
                </a:lnTo>
                <a:lnTo>
                  <a:pt x="0" y="26406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456840" y="1578600"/>
            <a:ext cx="3657960" cy="5279400"/>
          </a:xfrm>
          <a:custGeom>
            <a:avLst/>
            <a:gdLst/>
            <a:ahLst/>
            <a:rect l="0" t="0" r="r" b="b"/>
            <a:pathLst>
              <a:path w="10161" h="14665">
                <a:moveTo>
                  <a:pt x="10161" y="0"/>
                </a:moveTo>
                <a:lnTo>
                  <a:pt x="0" y="0"/>
                </a:lnTo>
                <a:lnTo>
                  <a:pt x="0" y="14665"/>
                </a:lnTo>
                <a:lnTo>
                  <a:pt x="27" y="14665"/>
                </a:lnTo>
                <a:lnTo>
                  <a:pt x="27" y="324"/>
                </a:lnTo>
                <a:cubicBezTo>
                  <a:pt x="27" y="305"/>
                  <a:pt x="29" y="286"/>
                  <a:pt x="33" y="267"/>
                </a:cubicBezTo>
                <a:cubicBezTo>
                  <a:pt x="36" y="249"/>
                  <a:pt x="42" y="230"/>
                  <a:pt x="49" y="213"/>
                </a:cubicBezTo>
                <a:cubicBezTo>
                  <a:pt x="56" y="195"/>
                  <a:pt x="65" y="178"/>
                  <a:pt x="76" y="162"/>
                </a:cubicBezTo>
                <a:cubicBezTo>
                  <a:pt x="87" y="146"/>
                  <a:pt x="99" y="132"/>
                  <a:pt x="112" y="118"/>
                </a:cubicBezTo>
                <a:cubicBezTo>
                  <a:pt x="126" y="105"/>
                  <a:pt x="140" y="93"/>
                  <a:pt x="156" y="82"/>
                </a:cubicBezTo>
                <a:cubicBezTo>
                  <a:pt x="172" y="71"/>
                  <a:pt x="189" y="63"/>
                  <a:pt x="207" y="55"/>
                </a:cubicBezTo>
                <a:cubicBezTo>
                  <a:pt x="224" y="48"/>
                  <a:pt x="242" y="42"/>
                  <a:pt x="261" y="39"/>
                </a:cubicBezTo>
                <a:cubicBezTo>
                  <a:pt x="280" y="35"/>
                  <a:pt x="299" y="33"/>
                  <a:pt x="318" y="33"/>
                </a:cubicBezTo>
                <a:lnTo>
                  <a:pt x="9844" y="33"/>
                </a:lnTo>
                <a:cubicBezTo>
                  <a:pt x="9863" y="33"/>
                  <a:pt x="9882" y="35"/>
                  <a:pt x="9901" y="39"/>
                </a:cubicBezTo>
                <a:cubicBezTo>
                  <a:pt x="9920" y="42"/>
                  <a:pt x="9938" y="48"/>
                  <a:pt x="9955" y="55"/>
                </a:cubicBezTo>
                <a:cubicBezTo>
                  <a:pt x="9973" y="63"/>
                  <a:pt x="9990" y="71"/>
                  <a:pt x="10006" y="82"/>
                </a:cubicBezTo>
                <a:cubicBezTo>
                  <a:pt x="10022" y="93"/>
                  <a:pt x="10036" y="105"/>
                  <a:pt x="10050" y="118"/>
                </a:cubicBezTo>
                <a:cubicBezTo>
                  <a:pt x="10063" y="132"/>
                  <a:pt x="10075" y="146"/>
                  <a:pt x="10086" y="162"/>
                </a:cubicBezTo>
                <a:cubicBezTo>
                  <a:pt x="10097" y="178"/>
                  <a:pt x="10106" y="195"/>
                  <a:pt x="10113" y="213"/>
                </a:cubicBezTo>
                <a:cubicBezTo>
                  <a:pt x="10120" y="230"/>
                  <a:pt x="10126" y="249"/>
                  <a:pt x="10129" y="267"/>
                </a:cubicBezTo>
                <a:cubicBezTo>
                  <a:pt x="10133" y="286"/>
                  <a:pt x="10135" y="305"/>
                  <a:pt x="10135" y="324"/>
                </a:cubicBezTo>
                <a:lnTo>
                  <a:pt x="10135" y="14665"/>
                </a:lnTo>
                <a:lnTo>
                  <a:pt x="10161" y="14665"/>
                </a:lnTo>
                <a:lnTo>
                  <a:pt x="10161" y="0"/>
                </a:lnTo>
                <a:close/>
              </a:path>
            </a:pathLst>
          </a:custGeom>
          <a:solidFill>
            <a:srgbClr val="34d399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18840" y="2276280"/>
            <a:ext cx="3334320" cy="9720"/>
          </a:xfrm>
          <a:custGeom>
            <a:avLst/>
            <a:gdLst/>
            <a:ahLst/>
            <a:rect l="0" t="0" r="r" b="b"/>
            <a:pathLst>
              <a:path w="9262" h="27">
                <a:moveTo>
                  <a:pt x="0" y="0"/>
                </a:moveTo>
                <a:lnTo>
                  <a:pt x="9262" y="0"/>
                </a:lnTo>
                <a:lnTo>
                  <a:pt x="9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57200" y="484560"/>
            <a:ext cx="29192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Ventajas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19200" y="1794600"/>
            <a:ext cx="18190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34d399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34d399"/>
                </a:solidFill>
                <a:latin typeface="Courier New"/>
                <a:ea typeface="Courier New"/>
              </a:rPr>
              <a:t>Bash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19200" y="2391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60680" y="2414160"/>
            <a:ext cx="1829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Portabilidad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19200" y="2757240"/>
            <a:ext cx="1267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absoluta: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19200" y="3090600"/>
            <a:ext cx="2535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Linux, macOS, WSL,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19200" y="343332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servidores,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19200" y="3776400"/>
            <a:ext cx="1830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contenedores.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19200" y="4182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60680" y="4204800"/>
            <a:ext cx="1971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Documentación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19200" y="4547880"/>
            <a:ext cx="1267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infinita: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19200" y="489060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todo problema ya fue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19200" y="523368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resuelto en internet.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19200" y="564012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60680" y="5662440"/>
            <a:ext cx="1407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Estándar: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19200" y="600516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El rey en CI/CD,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19200" y="634824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Dockerfiles y scripts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267080" y="1581120"/>
            <a:ext cx="3657960" cy="9506160"/>
          </a:xfrm>
          <a:custGeom>
            <a:avLst/>
            <a:gdLst/>
            <a:ahLst/>
            <a:rect l="0" t="0" r="r" b="b"/>
            <a:pathLst>
              <a:path w="10161" h="26406">
                <a:moveTo>
                  <a:pt x="0" y="0"/>
                </a:moveTo>
                <a:lnTo>
                  <a:pt x="10161" y="0"/>
                </a:lnTo>
                <a:lnTo>
                  <a:pt x="10161" y="26406"/>
                </a:lnTo>
                <a:lnTo>
                  <a:pt x="0" y="26406"/>
                </a:lnTo>
                <a:lnTo>
                  <a:pt x="0" y="0"/>
                </a:lnTo>
                <a:close/>
              </a:path>
            </a:pathLst>
          </a:custGeom>
          <a:solidFill>
            <a:srgbClr val="2dd4b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267080" y="1578600"/>
            <a:ext cx="3657960" cy="5279400"/>
          </a:xfrm>
          <a:custGeom>
            <a:avLst/>
            <a:gdLst/>
            <a:ahLst/>
            <a:rect l="0" t="0" r="r" b="b"/>
            <a:pathLst>
              <a:path w="10161" h="14665">
                <a:moveTo>
                  <a:pt x="10161" y="0"/>
                </a:moveTo>
                <a:lnTo>
                  <a:pt x="0" y="0"/>
                </a:lnTo>
                <a:lnTo>
                  <a:pt x="0" y="14665"/>
                </a:lnTo>
                <a:lnTo>
                  <a:pt x="26" y="14665"/>
                </a:lnTo>
                <a:lnTo>
                  <a:pt x="26" y="324"/>
                </a:lnTo>
                <a:cubicBezTo>
                  <a:pt x="26" y="305"/>
                  <a:pt x="28" y="286"/>
                  <a:pt x="32" y="267"/>
                </a:cubicBezTo>
                <a:cubicBezTo>
                  <a:pt x="36" y="249"/>
                  <a:pt x="41" y="230"/>
                  <a:pt x="48" y="213"/>
                </a:cubicBezTo>
                <a:cubicBezTo>
                  <a:pt x="56" y="195"/>
                  <a:pt x="65" y="178"/>
                  <a:pt x="75" y="162"/>
                </a:cubicBezTo>
                <a:cubicBezTo>
                  <a:pt x="86" y="146"/>
                  <a:pt x="98" y="132"/>
                  <a:pt x="112" y="118"/>
                </a:cubicBezTo>
                <a:cubicBezTo>
                  <a:pt x="125" y="105"/>
                  <a:pt x="140" y="93"/>
                  <a:pt x="156" y="82"/>
                </a:cubicBezTo>
                <a:cubicBezTo>
                  <a:pt x="172" y="71"/>
                  <a:pt x="188" y="63"/>
                  <a:pt x="206" y="55"/>
                </a:cubicBezTo>
                <a:cubicBezTo>
                  <a:pt x="224" y="48"/>
                  <a:pt x="242" y="42"/>
                  <a:pt x="261" y="39"/>
                </a:cubicBezTo>
                <a:cubicBezTo>
                  <a:pt x="279" y="35"/>
                  <a:pt x="298" y="33"/>
                  <a:pt x="317" y="33"/>
                </a:cubicBezTo>
                <a:lnTo>
                  <a:pt x="9843" y="33"/>
                </a:lnTo>
                <a:cubicBezTo>
                  <a:pt x="9862" y="33"/>
                  <a:pt x="9881" y="35"/>
                  <a:pt x="9900" y="39"/>
                </a:cubicBezTo>
                <a:cubicBezTo>
                  <a:pt x="9919" y="42"/>
                  <a:pt x="9937" y="48"/>
                  <a:pt x="9955" y="55"/>
                </a:cubicBezTo>
                <a:cubicBezTo>
                  <a:pt x="9972" y="63"/>
                  <a:pt x="9989" y="71"/>
                  <a:pt x="10005" y="82"/>
                </a:cubicBezTo>
                <a:cubicBezTo>
                  <a:pt x="10021" y="93"/>
                  <a:pt x="10036" y="105"/>
                  <a:pt x="10049" y="118"/>
                </a:cubicBezTo>
                <a:cubicBezTo>
                  <a:pt x="10063" y="132"/>
                  <a:pt x="10075" y="146"/>
                  <a:pt x="10085" y="162"/>
                </a:cubicBezTo>
                <a:cubicBezTo>
                  <a:pt x="10096" y="178"/>
                  <a:pt x="10105" y="195"/>
                  <a:pt x="10112" y="213"/>
                </a:cubicBezTo>
                <a:cubicBezTo>
                  <a:pt x="10120" y="230"/>
                  <a:pt x="10125" y="249"/>
                  <a:pt x="10129" y="267"/>
                </a:cubicBezTo>
                <a:cubicBezTo>
                  <a:pt x="10133" y="286"/>
                  <a:pt x="10134" y="305"/>
                  <a:pt x="10134" y="324"/>
                </a:cubicBezTo>
                <a:lnTo>
                  <a:pt x="10134" y="14665"/>
                </a:lnTo>
                <a:lnTo>
                  <a:pt x="10161" y="14665"/>
                </a:lnTo>
                <a:lnTo>
                  <a:pt x="10161" y="0"/>
                </a:lnTo>
                <a:close/>
              </a:path>
            </a:pathLst>
          </a:custGeom>
          <a:solidFill>
            <a:srgbClr val="2dd4bf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4429080" y="227628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19200" y="6690960"/>
            <a:ext cx="2112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de instalación.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429080" y="1794600"/>
            <a:ext cx="16376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2dd4bf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2dd4bf"/>
                </a:solidFill>
                <a:latin typeface="Courier New"/>
                <a:ea typeface="Courier New"/>
              </a:rPr>
              <a:t>Zsh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429080" y="2391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570560" y="2414160"/>
            <a:ext cx="3097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Compatibilidad total: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4429080" y="2757240"/>
            <a:ext cx="267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Los scripts de Bash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429080" y="3090600"/>
            <a:ext cx="3098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funcionan sin cambios.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429080" y="350640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570560" y="352872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Oh My Zsh: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429080" y="3871440"/>
            <a:ext cx="3098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El mayor ecosistema de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429080" y="420480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plugins y temas de la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429080" y="454788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comunidad.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429080" y="496368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570560" y="4986000"/>
            <a:ext cx="2252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Personalizable: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429080" y="532908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Puedes redefinir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429080" y="5662440"/>
            <a:ext cx="1267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cualquier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429080" y="6005160"/>
            <a:ext cx="323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comportamiento interno.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429080" y="642096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570560" y="6443280"/>
            <a:ext cx="2393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Nativo en Apple: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8076960" y="1581120"/>
            <a:ext cx="3657960" cy="9506160"/>
          </a:xfrm>
          <a:custGeom>
            <a:avLst/>
            <a:gdLst/>
            <a:ahLst/>
            <a:rect l="0" t="0" r="r" b="b"/>
            <a:pathLst>
              <a:path w="10161" h="26406">
                <a:moveTo>
                  <a:pt x="0" y="0"/>
                </a:moveTo>
                <a:lnTo>
                  <a:pt x="10161" y="0"/>
                </a:lnTo>
                <a:lnTo>
                  <a:pt x="10161" y="26406"/>
                </a:lnTo>
                <a:lnTo>
                  <a:pt x="0" y="26406"/>
                </a:lnTo>
                <a:lnTo>
                  <a:pt x="0" y="0"/>
                </a:lnTo>
                <a:close/>
              </a:path>
            </a:pathLst>
          </a:custGeom>
          <a:solidFill>
            <a:srgbClr val="60a5fa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8076960" y="1578600"/>
            <a:ext cx="3657960" cy="5279400"/>
          </a:xfrm>
          <a:custGeom>
            <a:avLst/>
            <a:gdLst/>
            <a:ahLst/>
            <a:rect l="0" t="0" r="r" b="b"/>
            <a:pathLst>
              <a:path w="10161" h="14665">
                <a:moveTo>
                  <a:pt x="10161" y="0"/>
                </a:moveTo>
                <a:lnTo>
                  <a:pt x="0" y="0"/>
                </a:lnTo>
                <a:lnTo>
                  <a:pt x="0" y="14665"/>
                </a:lnTo>
                <a:lnTo>
                  <a:pt x="27" y="14665"/>
                </a:lnTo>
                <a:lnTo>
                  <a:pt x="27" y="324"/>
                </a:lnTo>
                <a:cubicBezTo>
                  <a:pt x="27" y="305"/>
                  <a:pt x="28" y="286"/>
                  <a:pt x="32" y="267"/>
                </a:cubicBezTo>
                <a:cubicBezTo>
                  <a:pt x="36" y="249"/>
                  <a:pt x="41" y="230"/>
                  <a:pt x="49" y="213"/>
                </a:cubicBezTo>
                <a:cubicBezTo>
                  <a:pt x="56" y="195"/>
                  <a:pt x="65" y="178"/>
                  <a:pt x="76" y="162"/>
                </a:cubicBezTo>
                <a:cubicBezTo>
                  <a:pt x="86" y="146"/>
                  <a:pt x="98" y="132"/>
                  <a:pt x="112" y="118"/>
                </a:cubicBezTo>
                <a:cubicBezTo>
                  <a:pt x="125" y="105"/>
                  <a:pt x="140" y="93"/>
                  <a:pt x="156" y="82"/>
                </a:cubicBezTo>
                <a:cubicBezTo>
                  <a:pt x="172" y="71"/>
                  <a:pt x="189" y="63"/>
                  <a:pt x="206" y="55"/>
                </a:cubicBezTo>
                <a:cubicBezTo>
                  <a:pt x="224" y="48"/>
                  <a:pt x="242" y="42"/>
                  <a:pt x="261" y="39"/>
                </a:cubicBezTo>
                <a:cubicBezTo>
                  <a:pt x="280" y="35"/>
                  <a:pt x="299" y="33"/>
                  <a:pt x="318" y="33"/>
                </a:cubicBezTo>
                <a:lnTo>
                  <a:pt x="9844" y="33"/>
                </a:lnTo>
                <a:cubicBezTo>
                  <a:pt x="9863" y="33"/>
                  <a:pt x="9882" y="35"/>
                  <a:pt x="9900" y="39"/>
                </a:cubicBezTo>
                <a:cubicBezTo>
                  <a:pt x="9919" y="42"/>
                  <a:pt x="9937" y="48"/>
                  <a:pt x="9955" y="55"/>
                </a:cubicBezTo>
                <a:cubicBezTo>
                  <a:pt x="9973" y="63"/>
                  <a:pt x="9989" y="71"/>
                  <a:pt x="10005" y="82"/>
                </a:cubicBezTo>
                <a:cubicBezTo>
                  <a:pt x="10021" y="93"/>
                  <a:pt x="10036" y="105"/>
                  <a:pt x="10049" y="118"/>
                </a:cubicBezTo>
                <a:cubicBezTo>
                  <a:pt x="10063" y="132"/>
                  <a:pt x="10075" y="146"/>
                  <a:pt x="10086" y="162"/>
                </a:cubicBezTo>
                <a:cubicBezTo>
                  <a:pt x="10096" y="178"/>
                  <a:pt x="10105" y="195"/>
                  <a:pt x="10113" y="213"/>
                </a:cubicBezTo>
                <a:cubicBezTo>
                  <a:pt x="10120" y="230"/>
                  <a:pt x="10125" y="249"/>
                  <a:pt x="10129" y="267"/>
                </a:cubicBezTo>
                <a:cubicBezTo>
                  <a:pt x="10133" y="286"/>
                  <a:pt x="10135" y="305"/>
                  <a:pt x="10135" y="324"/>
                </a:cubicBezTo>
                <a:lnTo>
                  <a:pt x="10135" y="14665"/>
                </a:lnTo>
                <a:lnTo>
                  <a:pt x="10161" y="14665"/>
                </a:lnTo>
                <a:lnTo>
                  <a:pt x="10161" y="0"/>
                </a:lnTo>
                <a:close/>
              </a:path>
            </a:pathLst>
          </a:custGeom>
          <a:solidFill>
            <a:srgbClr val="60a5fa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238960" y="227628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429080" y="6776640"/>
            <a:ext cx="323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Es la Shell por defecto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238960" y="1794600"/>
            <a:ext cx="18190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60a5fa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60a5fa"/>
                </a:solidFill>
                <a:latin typeface="Courier New"/>
                <a:ea typeface="Courier New"/>
              </a:rPr>
              <a:t>Fish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238960" y="2391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380440" y="2414160"/>
            <a:ext cx="2111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Autocompletado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8238960" y="2757240"/>
            <a:ext cx="985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nativo: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9924840" y="3105000"/>
            <a:ext cx="476640" cy="257400"/>
          </a:xfrm>
          <a:custGeom>
            <a:avLst/>
            <a:gdLst/>
            <a:ahLst/>
            <a:rect l="0" t="0" r="r" b="b"/>
            <a:pathLst>
              <a:path w="1324" h="715">
                <a:moveTo>
                  <a:pt x="0" y="60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18" y="0"/>
                </a:lnTo>
                <a:cubicBezTo>
                  <a:pt x="1232" y="0"/>
                  <a:pt x="1246" y="3"/>
                  <a:pt x="1259" y="8"/>
                </a:cubicBezTo>
                <a:cubicBezTo>
                  <a:pt x="1272" y="13"/>
                  <a:pt x="1283" y="21"/>
                  <a:pt x="1293" y="31"/>
                </a:cubicBezTo>
                <a:cubicBezTo>
                  <a:pt x="1303" y="41"/>
                  <a:pt x="1311" y="52"/>
                  <a:pt x="1316" y="65"/>
                </a:cubicBezTo>
                <a:cubicBezTo>
                  <a:pt x="1321" y="78"/>
                  <a:pt x="1324" y="92"/>
                  <a:pt x="1324" y="106"/>
                </a:cubicBezTo>
                <a:lnTo>
                  <a:pt x="1324" y="609"/>
                </a:lnTo>
                <a:cubicBezTo>
                  <a:pt x="1324" y="623"/>
                  <a:pt x="1321" y="637"/>
                  <a:pt x="1316" y="650"/>
                </a:cubicBezTo>
                <a:cubicBezTo>
                  <a:pt x="1311" y="663"/>
                  <a:pt x="1303" y="674"/>
                  <a:pt x="1293" y="684"/>
                </a:cubicBezTo>
                <a:cubicBezTo>
                  <a:pt x="1283" y="694"/>
                  <a:pt x="1272" y="702"/>
                  <a:pt x="1259" y="707"/>
                </a:cubicBezTo>
                <a:cubicBezTo>
                  <a:pt x="1246" y="713"/>
                  <a:pt x="1232" y="715"/>
                  <a:pt x="1218" y="715"/>
                </a:cubicBezTo>
                <a:lnTo>
                  <a:pt x="106" y="715"/>
                </a:lnTo>
                <a:cubicBezTo>
                  <a:pt x="92" y="715"/>
                  <a:pt x="78" y="713"/>
                  <a:pt x="65" y="707"/>
                </a:cubicBezTo>
                <a:cubicBezTo>
                  <a:pt x="52" y="702"/>
                  <a:pt x="41" y="694"/>
                  <a:pt x="31" y="684"/>
                </a:cubicBezTo>
                <a:cubicBezTo>
                  <a:pt x="21" y="674"/>
                  <a:pt x="14" y="663"/>
                  <a:pt x="8" y="650"/>
                </a:cubicBezTo>
                <a:cubicBezTo>
                  <a:pt x="3" y="637"/>
                  <a:pt x="0" y="623"/>
                  <a:pt x="0" y="60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9929520" y="3109680"/>
            <a:ext cx="467280" cy="248040"/>
          </a:xfrm>
          <a:custGeom>
            <a:avLst/>
            <a:gdLst/>
            <a:ahLst/>
            <a:rect l="0" t="0" r="r" b="b"/>
            <a:pathLst>
              <a:path w="1298" h="689">
                <a:moveTo>
                  <a:pt x="0" y="595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1205" y="0"/>
                </a:lnTo>
                <a:cubicBezTo>
                  <a:pt x="1217" y="0"/>
                  <a:pt x="1229" y="2"/>
                  <a:pt x="1241" y="7"/>
                </a:cubicBezTo>
                <a:cubicBezTo>
                  <a:pt x="1252" y="12"/>
                  <a:pt x="1262" y="19"/>
                  <a:pt x="1271" y="27"/>
                </a:cubicBezTo>
                <a:cubicBezTo>
                  <a:pt x="1279" y="36"/>
                  <a:pt x="1286" y="46"/>
                  <a:pt x="1291" y="57"/>
                </a:cubicBezTo>
                <a:cubicBezTo>
                  <a:pt x="1295" y="69"/>
                  <a:pt x="1298" y="80"/>
                  <a:pt x="1298" y="93"/>
                </a:cubicBezTo>
                <a:lnTo>
                  <a:pt x="1298" y="595"/>
                </a:lnTo>
                <a:cubicBezTo>
                  <a:pt x="1298" y="608"/>
                  <a:pt x="1295" y="620"/>
                  <a:pt x="1291" y="631"/>
                </a:cubicBezTo>
                <a:cubicBezTo>
                  <a:pt x="1286" y="643"/>
                  <a:pt x="1279" y="653"/>
                  <a:pt x="1271" y="662"/>
                </a:cubicBezTo>
                <a:cubicBezTo>
                  <a:pt x="1262" y="671"/>
                  <a:pt x="1252" y="677"/>
                  <a:pt x="1241" y="682"/>
                </a:cubicBezTo>
                <a:cubicBezTo>
                  <a:pt x="1229" y="687"/>
                  <a:pt x="1217" y="689"/>
                  <a:pt x="1205" y="689"/>
                </a:cubicBezTo>
                <a:lnTo>
                  <a:pt x="93" y="689"/>
                </a:lnTo>
                <a:cubicBezTo>
                  <a:pt x="81" y="689"/>
                  <a:pt x="69" y="687"/>
                  <a:pt x="57" y="682"/>
                </a:cubicBezTo>
                <a:cubicBezTo>
                  <a:pt x="46" y="677"/>
                  <a:pt x="36" y="671"/>
                  <a:pt x="27" y="662"/>
                </a:cubicBezTo>
                <a:cubicBezTo>
                  <a:pt x="19" y="653"/>
                  <a:pt x="12" y="643"/>
                  <a:pt x="7" y="631"/>
                </a:cubicBezTo>
                <a:cubicBezTo>
                  <a:pt x="3" y="620"/>
                  <a:pt x="0" y="608"/>
                  <a:pt x="0" y="595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8238960" y="3090600"/>
            <a:ext cx="168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Lee páginas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9986400" y="3119760"/>
            <a:ext cx="358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60a5fa"/>
                </a:solidFill>
                <a:latin typeface="Courier New"/>
                <a:ea typeface="Courier New"/>
              </a:rPr>
              <a:t>man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0402920" y="3090600"/>
            <a:ext cx="280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y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8238960" y="3433320"/>
            <a:ext cx="267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sugiere comandos en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238960" y="3776400"/>
            <a:ext cx="704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gris.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8238960" y="4182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380440" y="4204800"/>
            <a:ext cx="2393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Sintaxis limpia: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9362880" y="4562280"/>
            <a:ext cx="1314720" cy="257400"/>
          </a:xfrm>
          <a:custGeom>
            <a:avLst/>
            <a:gdLst/>
            <a:ahLst/>
            <a:rect l="0" t="0" r="r" b="b"/>
            <a:pathLst>
              <a:path w="3652" h="715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546" y="0"/>
                </a:lnTo>
                <a:cubicBezTo>
                  <a:pt x="3560" y="0"/>
                  <a:pt x="3574" y="3"/>
                  <a:pt x="3587" y="8"/>
                </a:cubicBezTo>
                <a:cubicBezTo>
                  <a:pt x="3600" y="13"/>
                  <a:pt x="3611" y="21"/>
                  <a:pt x="3621" y="31"/>
                </a:cubicBezTo>
                <a:cubicBezTo>
                  <a:pt x="3631" y="41"/>
                  <a:pt x="3639" y="52"/>
                  <a:pt x="3644" y="65"/>
                </a:cubicBezTo>
                <a:cubicBezTo>
                  <a:pt x="3650" y="78"/>
                  <a:pt x="3652" y="92"/>
                  <a:pt x="3652" y="106"/>
                </a:cubicBezTo>
                <a:lnTo>
                  <a:pt x="3652" y="610"/>
                </a:lnTo>
                <a:cubicBezTo>
                  <a:pt x="3652" y="624"/>
                  <a:pt x="3650" y="637"/>
                  <a:pt x="3644" y="650"/>
                </a:cubicBezTo>
                <a:cubicBezTo>
                  <a:pt x="3639" y="663"/>
                  <a:pt x="3631" y="674"/>
                  <a:pt x="3621" y="684"/>
                </a:cubicBezTo>
                <a:cubicBezTo>
                  <a:pt x="3611" y="694"/>
                  <a:pt x="3600" y="702"/>
                  <a:pt x="3587" y="707"/>
                </a:cubicBezTo>
                <a:cubicBezTo>
                  <a:pt x="3574" y="713"/>
                  <a:pt x="3560" y="715"/>
                  <a:pt x="3546" y="715"/>
                </a:cubicBezTo>
                <a:lnTo>
                  <a:pt x="106" y="715"/>
                </a:lnTo>
                <a:cubicBezTo>
                  <a:pt x="92" y="715"/>
                  <a:pt x="78" y="713"/>
                  <a:pt x="65" y="707"/>
                </a:cubicBezTo>
                <a:cubicBezTo>
                  <a:pt x="52" y="702"/>
                  <a:pt x="41" y="694"/>
                  <a:pt x="31" y="684"/>
                </a:cubicBezTo>
                <a:cubicBezTo>
                  <a:pt x="21" y="674"/>
                  <a:pt x="13" y="663"/>
                  <a:pt x="8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9367560" y="4566960"/>
            <a:ext cx="1305360" cy="248040"/>
          </a:xfrm>
          <a:custGeom>
            <a:avLst/>
            <a:gdLst/>
            <a:ahLst/>
            <a:rect l="0" t="0" r="r" b="b"/>
            <a:pathLst>
              <a:path w="3626" h="689">
                <a:moveTo>
                  <a:pt x="0" y="597"/>
                </a:moveTo>
                <a:lnTo>
                  <a:pt x="0" y="94"/>
                </a:ln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lnTo>
                  <a:pt x="3533" y="0"/>
                </a:lnTo>
                <a:cubicBezTo>
                  <a:pt x="3546" y="0"/>
                  <a:pt x="3558" y="3"/>
                  <a:pt x="3569" y="7"/>
                </a:cubicBezTo>
                <a:cubicBezTo>
                  <a:pt x="3580" y="12"/>
                  <a:pt x="3590" y="19"/>
                  <a:pt x="3599" y="28"/>
                </a:cubicBezTo>
                <a:cubicBezTo>
                  <a:pt x="3608" y="37"/>
                  <a:pt x="3614" y="47"/>
                  <a:pt x="3619" y="58"/>
                </a:cubicBezTo>
                <a:cubicBezTo>
                  <a:pt x="3624" y="70"/>
                  <a:pt x="3626" y="82"/>
                  <a:pt x="3626" y="94"/>
                </a:cubicBezTo>
                <a:lnTo>
                  <a:pt x="3626" y="597"/>
                </a:lnTo>
                <a:cubicBezTo>
                  <a:pt x="3626" y="609"/>
                  <a:pt x="3624" y="621"/>
                  <a:pt x="3619" y="632"/>
                </a:cubicBezTo>
                <a:cubicBezTo>
                  <a:pt x="3614" y="643"/>
                  <a:pt x="3608" y="653"/>
                  <a:pt x="3599" y="662"/>
                </a:cubicBezTo>
                <a:cubicBezTo>
                  <a:pt x="3590" y="671"/>
                  <a:pt x="3580" y="677"/>
                  <a:pt x="3569" y="682"/>
                </a:cubicBezTo>
                <a:cubicBezTo>
                  <a:pt x="3558" y="687"/>
                  <a:pt x="3546" y="689"/>
                  <a:pt x="3533" y="689"/>
                </a:cubicBezTo>
                <a:lnTo>
                  <a:pt x="93" y="689"/>
                </a:lnTo>
                <a:cubicBezTo>
                  <a:pt x="81" y="689"/>
                  <a:pt x="69" y="687"/>
                  <a:pt x="57" y="682"/>
                </a:cubicBezTo>
                <a:cubicBezTo>
                  <a:pt x="46" y="677"/>
                  <a:pt x="36" y="671"/>
                  <a:pt x="27" y="662"/>
                </a:cubicBezTo>
                <a:cubicBezTo>
                  <a:pt x="19" y="653"/>
                  <a:pt x="12" y="643"/>
                  <a:pt x="7" y="632"/>
                </a:cubicBezTo>
                <a:cubicBezTo>
                  <a:pt x="3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238960" y="4547880"/>
            <a:ext cx="1126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Adiós a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423000" y="4577400"/>
            <a:ext cx="1198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60a5fa"/>
                </a:solidFill>
                <a:latin typeface="Courier New"/>
                <a:ea typeface="Courier New"/>
              </a:rPr>
              <a:t>do/done/fi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0677240" y="4547880"/>
            <a:ext cx="844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, todo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9924840" y="4905360"/>
            <a:ext cx="476640" cy="257400"/>
          </a:xfrm>
          <a:custGeom>
            <a:avLst/>
            <a:gdLst/>
            <a:ahLst/>
            <a:rect l="0" t="0" r="r" b="b"/>
            <a:pathLst>
              <a:path w="1324" h="715">
                <a:moveTo>
                  <a:pt x="0" y="609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218" y="0"/>
                </a:lnTo>
                <a:cubicBezTo>
                  <a:pt x="1232" y="0"/>
                  <a:pt x="1246" y="2"/>
                  <a:pt x="1259" y="8"/>
                </a:cubicBezTo>
                <a:cubicBezTo>
                  <a:pt x="1272" y="13"/>
                  <a:pt x="1283" y="21"/>
                  <a:pt x="1293" y="31"/>
                </a:cubicBezTo>
                <a:cubicBezTo>
                  <a:pt x="1303" y="40"/>
                  <a:pt x="1311" y="52"/>
                  <a:pt x="1316" y="65"/>
                </a:cubicBezTo>
                <a:cubicBezTo>
                  <a:pt x="1321" y="78"/>
                  <a:pt x="1324" y="91"/>
                  <a:pt x="1324" y="105"/>
                </a:cubicBezTo>
                <a:lnTo>
                  <a:pt x="1324" y="609"/>
                </a:lnTo>
                <a:cubicBezTo>
                  <a:pt x="1324" y="623"/>
                  <a:pt x="1321" y="637"/>
                  <a:pt x="1316" y="650"/>
                </a:cubicBezTo>
                <a:cubicBezTo>
                  <a:pt x="1311" y="663"/>
                  <a:pt x="1303" y="674"/>
                  <a:pt x="1293" y="684"/>
                </a:cubicBezTo>
                <a:cubicBezTo>
                  <a:pt x="1283" y="694"/>
                  <a:pt x="1272" y="701"/>
                  <a:pt x="1259" y="707"/>
                </a:cubicBezTo>
                <a:cubicBezTo>
                  <a:pt x="1246" y="712"/>
                  <a:pt x="1232" y="715"/>
                  <a:pt x="1218" y="715"/>
                </a:cubicBezTo>
                <a:lnTo>
                  <a:pt x="106" y="715"/>
                </a:lnTo>
                <a:cubicBezTo>
                  <a:pt x="92" y="715"/>
                  <a:pt x="78" y="712"/>
                  <a:pt x="65" y="707"/>
                </a:cubicBezTo>
                <a:cubicBezTo>
                  <a:pt x="52" y="701"/>
                  <a:pt x="41" y="694"/>
                  <a:pt x="31" y="684"/>
                </a:cubicBezTo>
                <a:cubicBezTo>
                  <a:pt x="21" y="674"/>
                  <a:pt x="14" y="663"/>
                  <a:pt x="8" y="650"/>
                </a:cubicBezTo>
                <a:cubicBezTo>
                  <a:pt x="3" y="637"/>
                  <a:pt x="0" y="623"/>
                  <a:pt x="0" y="60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9929520" y="4910040"/>
            <a:ext cx="467280" cy="248040"/>
          </a:xfrm>
          <a:custGeom>
            <a:avLst/>
            <a:gdLst/>
            <a:ahLst/>
            <a:rect l="0" t="0" r="r" b="b"/>
            <a:pathLst>
              <a:path w="1298" h="689">
                <a:moveTo>
                  <a:pt x="0" y="596"/>
                </a:moveTo>
                <a:lnTo>
                  <a:pt x="0" y="92"/>
                </a:ln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1205" y="0"/>
                </a:lnTo>
                <a:cubicBezTo>
                  <a:pt x="1217" y="0"/>
                  <a:pt x="1229" y="2"/>
                  <a:pt x="1241" y="7"/>
                </a:cubicBezTo>
                <a:cubicBezTo>
                  <a:pt x="1252" y="12"/>
                  <a:pt x="1262" y="18"/>
                  <a:pt x="1271" y="27"/>
                </a:cubicBezTo>
                <a:cubicBezTo>
                  <a:pt x="1279" y="36"/>
                  <a:pt x="1286" y="46"/>
                  <a:pt x="1291" y="57"/>
                </a:cubicBezTo>
                <a:cubicBezTo>
                  <a:pt x="1295" y="68"/>
                  <a:pt x="1298" y="80"/>
                  <a:pt x="1298" y="92"/>
                </a:cubicBezTo>
                <a:lnTo>
                  <a:pt x="1298" y="596"/>
                </a:lnTo>
                <a:cubicBezTo>
                  <a:pt x="1298" y="608"/>
                  <a:pt x="1295" y="620"/>
                  <a:pt x="1291" y="632"/>
                </a:cubicBezTo>
                <a:cubicBezTo>
                  <a:pt x="1286" y="643"/>
                  <a:pt x="1279" y="653"/>
                  <a:pt x="1271" y="662"/>
                </a:cubicBezTo>
                <a:cubicBezTo>
                  <a:pt x="1262" y="670"/>
                  <a:pt x="1252" y="677"/>
                  <a:pt x="1241" y="682"/>
                </a:cubicBezTo>
                <a:cubicBezTo>
                  <a:pt x="1229" y="686"/>
                  <a:pt x="1217" y="689"/>
                  <a:pt x="1205" y="689"/>
                </a:cubicBezTo>
                <a:lnTo>
                  <a:pt x="93" y="689"/>
                </a:lnTo>
                <a:cubicBezTo>
                  <a:pt x="81" y="689"/>
                  <a:pt x="69" y="686"/>
                  <a:pt x="57" y="682"/>
                </a:cubicBezTo>
                <a:cubicBezTo>
                  <a:pt x="46" y="677"/>
                  <a:pt x="36" y="670"/>
                  <a:pt x="27" y="662"/>
                </a:cubicBezTo>
                <a:cubicBezTo>
                  <a:pt x="19" y="653"/>
                  <a:pt x="12" y="643"/>
                  <a:pt x="7" y="632"/>
                </a:cubicBezTo>
                <a:cubicBezTo>
                  <a:pt x="3" y="620"/>
                  <a:pt x="0" y="608"/>
                  <a:pt x="0" y="596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8238960" y="4890600"/>
            <a:ext cx="168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termina con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9986400" y="4920120"/>
            <a:ext cx="358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60a5fa"/>
                </a:solidFill>
                <a:latin typeface="Courier New"/>
                <a:ea typeface="Courier New"/>
              </a:rPr>
              <a:t>end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0402920" y="489060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238960" y="530676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8524800" y="5343480"/>
            <a:ext cx="1067040" cy="257400"/>
          </a:xfrm>
          <a:custGeom>
            <a:avLst/>
            <a:gdLst/>
            <a:ahLst/>
            <a:rect l="0" t="0" r="r" b="b"/>
            <a:pathLst>
              <a:path w="2964" h="715">
                <a:moveTo>
                  <a:pt x="0" y="609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858" y="0"/>
                </a:lnTo>
                <a:cubicBezTo>
                  <a:pt x="2872" y="0"/>
                  <a:pt x="2886" y="2"/>
                  <a:pt x="2899" y="8"/>
                </a:cubicBezTo>
                <a:cubicBezTo>
                  <a:pt x="2912" y="13"/>
                  <a:pt x="2923" y="21"/>
                  <a:pt x="2933" y="31"/>
                </a:cubicBezTo>
                <a:cubicBezTo>
                  <a:pt x="2943" y="41"/>
                  <a:pt x="2951" y="52"/>
                  <a:pt x="2956" y="65"/>
                </a:cubicBezTo>
                <a:cubicBezTo>
                  <a:pt x="2961" y="78"/>
                  <a:pt x="2964" y="91"/>
                  <a:pt x="2964" y="105"/>
                </a:cubicBezTo>
                <a:lnTo>
                  <a:pt x="2964" y="609"/>
                </a:lnTo>
                <a:cubicBezTo>
                  <a:pt x="2964" y="623"/>
                  <a:pt x="2961" y="637"/>
                  <a:pt x="2956" y="650"/>
                </a:cubicBezTo>
                <a:cubicBezTo>
                  <a:pt x="2951" y="663"/>
                  <a:pt x="2943" y="674"/>
                  <a:pt x="2933" y="684"/>
                </a:cubicBezTo>
                <a:cubicBezTo>
                  <a:pt x="2923" y="694"/>
                  <a:pt x="2912" y="702"/>
                  <a:pt x="2899" y="707"/>
                </a:cubicBezTo>
                <a:cubicBezTo>
                  <a:pt x="2886" y="712"/>
                  <a:pt x="2872" y="715"/>
                  <a:pt x="2858" y="715"/>
                </a:cubicBezTo>
                <a:lnTo>
                  <a:pt x="106" y="715"/>
                </a:lnTo>
                <a:cubicBezTo>
                  <a:pt x="92" y="715"/>
                  <a:pt x="78" y="712"/>
                  <a:pt x="65" y="707"/>
                </a:cubicBezTo>
                <a:cubicBezTo>
                  <a:pt x="52" y="702"/>
                  <a:pt x="41" y="694"/>
                  <a:pt x="31" y="684"/>
                </a:cubicBezTo>
                <a:cubicBezTo>
                  <a:pt x="21" y="674"/>
                  <a:pt x="13" y="663"/>
                  <a:pt x="8" y="650"/>
                </a:cubicBezTo>
                <a:cubicBezTo>
                  <a:pt x="2" y="637"/>
                  <a:pt x="0" y="623"/>
                  <a:pt x="0" y="60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8529480" y="5348160"/>
            <a:ext cx="1057680" cy="248040"/>
          </a:xfrm>
          <a:custGeom>
            <a:avLst/>
            <a:gdLst/>
            <a:ahLst/>
            <a:rect l="0" t="0" r="r" b="b"/>
            <a:pathLst>
              <a:path w="2938" h="689">
                <a:moveTo>
                  <a:pt x="0" y="595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lnTo>
                  <a:pt x="2845" y="0"/>
                </a:lnTo>
                <a:cubicBezTo>
                  <a:pt x="2857" y="0"/>
                  <a:pt x="2869" y="2"/>
                  <a:pt x="2881" y="7"/>
                </a:cubicBezTo>
                <a:cubicBezTo>
                  <a:pt x="2892" y="12"/>
                  <a:pt x="2902" y="18"/>
                  <a:pt x="2911" y="27"/>
                </a:cubicBezTo>
                <a:cubicBezTo>
                  <a:pt x="2919" y="36"/>
                  <a:pt x="2926" y="46"/>
                  <a:pt x="2931" y="57"/>
                </a:cubicBezTo>
                <a:cubicBezTo>
                  <a:pt x="2935" y="68"/>
                  <a:pt x="2938" y="80"/>
                  <a:pt x="2938" y="92"/>
                </a:cubicBezTo>
                <a:lnTo>
                  <a:pt x="2938" y="595"/>
                </a:lnTo>
                <a:cubicBezTo>
                  <a:pt x="2938" y="608"/>
                  <a:pt x="2935" y="620"/>
                  <a:pt x="2931" y="632"/>
                </a:cubicBezTo>
                <a:cubicBezTo>
                  <a:pt x="2926" y="643"/>
                  <a:pt x="2919" y="653"/>
                  <a:pt x="2911" y="662"/>
                </a:cubicBezTo>
                <a:cubicBezTo>
                  <a:pt x="2902" y="670"/>
                  <a:pt x="2892" y="677"/>
                  <a:pt x="2881" y="682"/>
                </a:cubicBezTo>
                <a:cubicBezTo>
                  <a:pt x="2869" y="686"/>
                  <a:pt x="2857" y="689"/>
                  <a:pt x="2845" y="689"/>
                </a:cubicBezTo>
                <a:lnTo>
                  <a:pt x="93" y="689"/>
                </a:lnTo>
                <a:cubicBezTo>
                  <a:pt x="80" y="689"/>
                  <a:pt x="68" y="686"/>
                  <a:pt x="57" y="682"/>
                </a:cubicBezTo>
                <a:cubicBezTo>
                  <a:pt x="46" y="677"/>
                  <a:pt x="36" y="670"/>
                  <a:pt x="27" y="662"/>
                </a:cubicBezTo>
                <a:cubicBezTo>
                  <a:pt x="18" y="653"/>
                  <a:pt x="12" y="643"/>
                  <a:pt x="7" y="632"/>
                </a:cubicBezTo>
                <a:cubicBezTo>
                  <a:pt x="2" y="620"/>
                  <a:pt x="0" y="608"/>
                  <a:pt x="0" y="595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8380440" y="532908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578440" y="5358240"/>
            <a:ext cx="957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70" spc="-1" strike="noStrike">
                <a:solidFill>
                  <a:srgbClr val="60a5fa"/>
                </a:solidFill>
                <a:latin typeface="Courier New"/>
                <a:ea typeface="Courier New"/>
              </a:rPr>
              <a:t>argparse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9593280" y="532908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integrado: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8238960" y="566244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Procesa banderas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8238960" y="600516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avanzadas en una sola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8238960" y="6348240"/>
            <a:ext cx="844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línea.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238960" y="675432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DejaVuSansMono"/>
                <a:ea typeface="DejaVuSansMono"/>
              </a:rPr>
              <a:t>✓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521560" y="6776640"/>
            <a:ext cx="2112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Listas nativas: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456840" y="1581120"/>
            <a:ext cx="3657960" cy="10096560"/>
          </a:xfrm>
          <a:custGeom>
            <a:avLst/>
            <a:gdLst/>
            <a:ahLst/>
            <a:rect l="0" t="0" r="r" b="b"/>
            <a:pathLst>
              <a:path w="10161" h="28046">
                <a:moveTo>
                  <a:pt x="0" y="0"/>
                </a:moveTo>
                <a:lnTo>
                  <a:pt x="10161" y="0"/>
                </a:lnTo>
                <a:lnTo>
                  <a:pt x="10161" y="28046"/>
                </a:lnTo>
                <a:lnTo>
                  <a:pt x="0" y="28046"/>
                </a:lnTo>
                <a:lnTo>
                  <a:pt x="0" y="0"/>
                </a:lnTo>
                <a:close/>
              </a:path>
            </a:pathLst>
          </a:custGeom>
          <a:solidFill>
            <a:srgbClr val="34d399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456840" y="1578600"/>
            <a:ext cx="3657960" cy="5279400"/>
          </a:xfrm>
          <a:custGeom>
            <a:avLst/>
            <a:gdLst/>
            <a:ahLst/>
            <a:rect l="0" t="0" r="r" b="b"/>
            <a:pathLst>
              <a:path w="10161" h="14665">
                <a:moveTo>
                  <a:pt x="10161" y="0"/>
                </a:moveTo>
                <a:lnTo>
                  <a:pt x="0" y="0"/>
                </a:lnTo>
                <a:lnTo>
                  <a:pt x="0" y="14665"/>
                </a:lnTo>
                <a:lnTo>
                  <a:pt x="27" y="14665"/>
                </a:lnTo>
                <a:lnTo>
                  <a:pt x="27" y="324"/>
                </a:lnTo>
                <a:cubicBezTo>
                  <a:pt x="27" y="305"/>
                  <a:pt x="29" y="286"/>
                  <a:pt x="33" y="267"/>
                </a:cubicBezTo>
                <a:cubicBezTo>
                  <a:pt x="36" y="249"/>
                  <a:pt x="42" y="230"/>
                  <a:pt x="49" y="213"/>
                </a:cubicBezTo>
                <a:cubicBezTo>
                  <a:pt x="56" y="195"/>
                  <a:pt x="65" y="178"/>
                  <a:pt x="76" y="162"/>
                </a:cubicBezTo>
                <a:cubicBezTo>
                  <a:pt x="87" y="146"/>
                  <a:pt x="99" y="132"/>
                  <a:pt x="112" y="118"/>
                </a:cubicBezTo>
                <a:cubicBezTo>
                  <a:pt x="126" y="105"/>
                  <a:pt x="140" y="93"/>
                  <a:pt x="156" y="82"/>
                </a:cubicBezTo>
                <a:cubicBezTo>
                  <a:pt x="172" y="71"/>
                  <a:pt x="189" y="63"/>
                  <a:pt x="207" y="55"/>
                </a:cubicBezTo>
                <a:cubicBezTo>
                  <a:pt x="224" y="48"/>
                  <a:pt x="242" y="42"/>
                  <a:pt x="261" y="39"/>
                </a:cubicBezTo>
                <a:cubicBezTo>
                  <a:pt x="280" y="35"/>
                  <a:pt x="299" y="33"/>
                  <a:pt x="318" y="33"/>
                </a:cubicBezTo>
                <a:lnTo>
                  <a:pt x="9844" y="33"/>
                </a:lnTo>
                <a:cubicBezTo>
                  <a:pt x="9863" y="33"/>
                  <a:pt x="9882" y="35"/>
                  <a:pt x="9901" y="39"/>
                </a:cubicBezTo>
                <a:cubicBezTo>
                  <a:pt x="9920" y="42"/>
                  <a:pt x="9938" y="48"/>
                  <a:pt x="9955" y="55"/>
                </a:cubicBezTo>
                <a:cubicBezTo>
                  <a:pt x="9973" y="63"/>
                  <a:pt x="9990" y="71"/>
                  <a:pt x="10006" y="82"/>
                </a:cubicBezTo>
                <a:cubicBezTo>
                  <a:pt x="10022" y="93"/>
                  <a:pt x="10036" y="105"/>
                  <a:pt x="10050" y="118"/>
                </a:cubicBezTo>
                <a:cubicBezTo>
                  <a:pt x="10063" y="132"/>
                  <a:pt x="10075" y="146"/>
                  <a:pt x="10086" y="162"/>
                </a:cubicBezTo>
                <a:cubicBezTo>
                  <a:pt x="10097" y="178"/>
                  <a:pt x="10106" y="195"/>
                  <a:pt x="10113" y="213"/>
                </a:cubicBezTo>
                <a:cubicBezTo>
                  <a:pt x="10120" y="230"/>
                  <a:pt x="10126" y="249"/>
                  <a:pt x="10129" y="267"/>
                </a:cubicBezTo>
                <a:cubicBezTo>
                  <a:pt x="10133" y="286"/>
                  <a:pt x="10135" y="305"/>
                  <a:pt x="10135" y="324"/>
                </a:cubicBezTo>
                <a:lnTo>
                  <a:pt x="10135" y="14665"/>
                </a:lnTo>
                <a:lnTo>
                  <a:pt x="10161" y="14665"/>
                </a:lnTo>
                <a:lnTo>
                  <a:pt x="10161" y="0"/>
                </a:lnTo>
                <a:close/>
              </a:path>
            </a:pathLst>
          </a:custGeom>
          <a:solidFill>
            <a:srgbClr val="34d399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18840" y="2276280"/>
            <a:ext cx="3334320" cy="9720"/>
          </a:xfrm>
          <a:custGeom>
            <a:avLst/>
            <a:gdLst/>
            <a:ahLst/>
            <a:rect l="0" t="0" r="r" b="b"/>
            <a:pathLst>
              <a:path w="9262" h="27">
                <a:moveTo>
                  <a:pt x="0" y="0"/>
                </a:moveTo>
                <a:lnTo>
                  <a:pt x="9262" y="0"/>
                </a:lnTo>
                <a:lnTo>
                  <a:pt x="9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457200" y="484560"/>
            <a:ext cx="401328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Desventajas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19200" y="1794600"/>
            <a:ext cx="18190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34d399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34d399"/>
                </a:solidFill>
                <a:latin typeface="Courier New"/>
                <a:ea typeface="Courier New"/>
              </a:rPr>
              <a:t>Bash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19200" y="2391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60680" y="2414160"/>
            <a:ext cx="2535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Sintaxis arcaica: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19200" y="275724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Un espacio en blanco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19200" y="3090600"/>
            <a:ext cx="267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mal puesto rompe el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19200" y="3433320"/>
            <a:ext cx="985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script.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19200" y="384912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60680" y="3871440"/>
            <a:ext cx="2675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Espacios en rutas: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19200" y="420480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Olvidar las comillas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19200" y="4547880"/>
            <a:ext cx="2535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dobles desarma los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19200" y="489060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argumentos.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19200" y="530676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60680" y="5329080"/>
            <a:ext cx="2252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Parseo tedioso: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876400" y="5676840"/>
            <a:ext cx="2505240" cy="257400"/>
          </a:xfrm>
          <a:custGeom>
            <a:avLst/>
            <a:gdLst/>
            <a:ahLst/>
            <a:rect l="0" t="0" r="r" b="b"/>
            <a:pathLst>
              <a:path w="6959" h="715">
                <a:moveTo>
                  <a:pt x="0" y="609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6959" y="0"/>
                </a:lnTo>
                <a:lnTo>
                  <a:pt x="6959" y="715"/>
                </a:lnTo>
                <a:lnTo>
                  <a:pt x="106" y="715"/>
                </a:lnTo>
                <a:cubicBezTo>
                  <a:pt x="92" y="715"/>
                  <a:pt x="78" y="712"/>
                  <a:pt x="65" y="707"/>
                </a:cubicBezTo>
                <a:cubicBezTo>
                  <a:pt x="52" y="702"/>
                  <a:pt x="41" y="694"/>
                  <a:pt x="31" y="684"/>
                </a:cubicBezTo>
                <a:cubicBezTo>
                  <a:pt x="21" y="674"/>
                  <a:pt x="13" y="663"/>
                  <a:pt x="8" y="650"/>
                </a:cubicBezTo>
                <a:cubicBezTo>
                  <a:pt x="3" y="637"/>
                  <a:pt x="0" y="623"/>
                  <a:pt x="0" y="60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876400" y="5676840"/>
            <a:ext cx="1009800" cy="257400"/>
          </a:xfrm>
          <a:custGeom>
            <a:avLst/>
            <a:gdLst/>
            <a:ahLst/>
            <a:rect l="0" t="0" r="r" b="b"/>
            <a:pathLst>
              <a:path w="2805" h="715">
                <a:moveTo>
                  <a:pt x="0" y="0"/>
                </a:moveTo>
                <a:lnTo>
                  <a:pt x="2805" y="0"/>
                </a:lnTo>
                <a:lnTo>
                  <a:pt x="280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876400" y="5676840"/>
            <a:ext cx="1009800" cy="257400"/>
          </a:xfrm>
          <a:custGeom>
            <a:avLst/>
            <a:gdLst/>
            <a:ahLst/>
            <a:rect l="0" t="0" r="r" b="b"/>
            <a:pathLst>
              <a:path w="2805" h="715">
                <a:moveTo>
                  <a:pt x="0" y="0"/>
                </a:moveTo>
                <a:lnTo>
                  <a:pt x="2805" y="0"/>
                </a:lnTo>
                <a:lnTo>
                  <a:pt x="280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876400" y="5676840"/>
            <a:ext cx="1009800" cy="257400"/>
          </a:xfrm>
          <a:custGeom>
            <a:avLst/>
            <a:gdLst/>
            <a:ahLst/>
            <a:rect l="0" t="0" r="r" b="b"/>
            <a:pathLst>
              <a:path w="2805" h="715">
                <a:moveTo>
                  <a:pt x="0" y="0"/>
                </a:moveTo>
                <a:lnTo>
                  <a:pt x="2805" y="0"/>
                </a:lnTo>
                <a:lnTo>
                  <a:pt x="280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19200" y="566244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Requiere bucles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-400320" y="6019560"/>
            <a:ext cx="2514960" cy="257760"/>
          </a:xfrm>
          <a:custGeom>
            <a:avLst/>
            <a:gdLst/>
            <a:ahLst/>
            <a:rect l="0" t="0" r="r" b="b"/>
            <a:pathLst>
              <a:path w="6986" h="716">
                <a:moveTo>
                  <a:pt x="0" y="716"/>
                </a:moveTo>
                <a:lnTo>
                  <a:pt x="0" y="0"/>
                </a:lnTo>
                <a:lnTo>
                  <a:pt x="6880" y="0"/>
                </a:lnTo>
                <a:cubicBezTo>
                  <a:pt x="6894" y="0"/>
                  <a:pt x="6908" y="3"/>
                  <a:pt x="6921" y="8"/>
                </a:cubicBezTo>
                <a:cubicBezTo>
                  <a:pt x="6934" y="14"/>
                  <a:pt x="6945" y="21"/>
                  <a:pt x="6955" y="31"/>
                </a:cubicBezTo>
                <a:cubicBezTo>
                  <a:pt x="6965" y="41"/>
                  <a:pt x="6973" y="53"/>
                  <a:pt x="6978" y="66"/>
                </a:cubicBezTo>
                <a:cubicBezTo>
                  <a:pt x="6984" y="79"/>
                  <a:pt x="6986" y="93"/>
                  <a:pt x="6986" y="107"/>
                </a:cubicBezTo>
                <a:lnTo>
                  <a:pt x="6986" y="610"/>
                </a:lnTo>
                <a:cubicBezTo>
                  <a:pt x="6986" y="624"/>
                  <a:pt x="6984" y="637"/>
                  <a:pt x="6978" y="650"/>
                </a:cubicBezTo>
                <a:cubicBezTo>
                  <a:pt x="6973" y="663"/>
                  <a:pt x="6965" y="675"/>
                  <a:pt x="6955" y="685"/>
                </a:cubicBezTo>
                <a:cubicBezTo>
                  <a:pt x="6945" y="694"/>
                  <a:pt x="6934" y="702"/>
                  <a:pt x="6921" y="707"/>
                </a:cubicBezTo>
                <a:cubicBezTo>
                  <a:pt x="6908" y="713"/>
                  <a:pt x="6894" y="716"/>
                  <a:pt x="6880" y="716"/>
                </a:cubicBezTo>
                <a:lnTo>
                  <a:pt x="0" y="716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18840" y="6019560"/>
            <a:ext cx="1495800" cy="257760"/>
          </a:xfrm>
          <a:custGeom>
            <a:avLst/>
            <a:gdLst/>
            <a:ahLst/>
            <a:rect l="0" t="0" r="r" b="b"/>
            <a:pathLst>
              <a:path w="4155" h="716">
                <a:moveTo>
                  <a:pt x="0" y="0"/>
                </a:moveTo>
                <a:lnTo>
                  <a:pt x="4155" y="0"/>
                </a:lnTo>
                <a:lnTo>
                  <a:pt x="4155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18840" y="6019560"/>
            <a:ext cx="1495800" cy="257760"/>
          </a:xfrm>
          <a:custGeom>
            <a:avLst/>
            <a:gdLst/>
            <a:ahLst/>
            <a:rect l="0" t="0" r="r" b="b"/>
            <a:pathLst>
              <a:path w="4155" h="716">
                <a:moveTo>
                  <a:pt x="0" y="0"/>
                </a:moveTo>
                <a:lnTo>
                  <a:pt x="4155" y="0"/>
                </a:lnTo>
                <a:lnTo>
                  <a:pt x="4155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18840" y="6019560"/>
            <a:ext cx="1495800" cy="257760"/>
          </a:xfrm>
          <a:custGeom>
            <a:avLst/>
            <a:gdLst/>
            <a:ahLst/>
            <a:rect l="0" t="0" r="r" b="b"/>
            <a:pathLst>
              <a:path w="4155" h="716">
                <a:moveTo>
                  <a:pt x="0" y="0"/>
                </a:moveTo>
                <a:lnTo>
                  <a:pt x="4155" y="0"/>
                </a:lnTo>
                <a:lnTo>
                  <a:pt x="4155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929680" y="5691600"/>
            <a:ext cx="957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34d399"/>
                </a:solidFill>
                <a:latin typeface="Courier New"/>
                <a:ea typeface="Courier New"/>
              </a:rPr>
              <a:t>while + 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19200" y="6034680"/>
            <a:ext cx="1437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34d399"/>
                </a:solidFill>
                <a:latin typeface="Courier New"/>
                <a:ea typeface="Courier New"/>
              </a:rPr>
              <a:t>case + shift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2112480" y="6005160"/>
            <a:ext cx="703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 </a:t>
            </a:r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para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19200" y="6348240"/>
            <a:ext cx="2395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banderas simples.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19200" y="675432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4267080" y="1581120"/>
            <a:ext cx="3657960" cy="10096560"/>
          </a:xfrm>
          <a:custGeom>
            <a:avLst/>
            <a:gdLst/>
            <a:ahLst/>
            <a:rect l="0" t="0" r="r" b="b"/>
            <a:pathLst>
              <a:path w="10161" h="28046">
                <a:moveTo>
                  <a:pt x="0" y="0"/>
                </a:moveTo>
                <a:lnTo>
                  <a:pt x="10161" y="0"/>
                </a:lnTo>
                <a:lnTo>
                  <a:pt x="10161" y="28046"/>
                </a:lnTo>
                <a:lnTo>
                  <a:pt x="0" y="28046"/>
                </a:lnTo>
                <a:lnTo>
                  <a:pt x="0" y="0"/>
                </a:lnTo>
                <a:close/>
              </a:path>
            </a:pathLst>
          </a:custGeom>
          <a:solidFill>
            <a:srgbClr val="2dd4bf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267080" y="1578600"/>
            <a:ext cx="3657960" cy="5279400"/>
          </a:xfrm>
          <a:custGeom>
            <a:avLst/>
            <a:gdLst/>
            <a:ahLst/>
            <a:rect l="0" t="0" r="r" b="b"/>
            <a:pathLst>
              <a:path w="10161" h="14665">
                <a:moveTo>
                  <a:pt x="10161" y="0"/>
                </a:moveTo>
                <a:lnTo>
                  <a:pt x="0" y="0"/>
                </a:lnTo>
                <a:lnTo>
                  <a:pt x="0" y="14665"/>
                </a:lnTo>
                <a:lnTo>
                  <a:pt x="26" y="14665"/>
                </a:lnTo>
                <a:lnTo>
                  <a:pt x="26" y="324"/>
                </a:lnTo>
                <a:cubicBezTo>
                  <a:pt x="26" y="305"/>
                  <a:pt x="28" y="286"/>
                  <a:pt x="32" y="267"/>
                </a:cubicBezTo>
                <a:cubicBezTo>
                  <a:pt x="36" y="249"/>
                  <a:pt x="41" y="230"/>
                  <a:pt x="48" y="213"/>
                </a:cubicBezTo>
                <a:cubicBezTo>
                  <a:pt x="56" y="195"/>
                  <a:pt x="65" y="178"/>
                  <a:pt x="75" y="162"/>
                </a:cubicBezTo>
                <a:cubicBezTo>
                  <a:pt x="86" y="146"/>
                  <a:pt x="98" y="132"/>
                  <a:pt x="112" y="118"/>
                </a:cubicBezTo>
                <a:cubicBezTo>
                  <a:pt x="125" y="105"/>
                  <a:pt x="140" y="93"/>
                  <a:pt x="156" y="82"/>
                </a:cubicBezTo>
                <a:cubicBezTo>
                  <a:pt x="172" y="71"/>
                  <a:pt x="188" y="63"/>
                  <a:pt x="206" y="55"/>
                </a:cubicBezTo>
                <a:cubicBezTo>
                  <a:pt x="224" y="48"/>
                  <a:pt x="242" y="42"/>
                  <a:pt x="261" y="39"/>
                </a:cubicBezTo>
                <a:cubicBezTo>
                  <a:pt x="279" y="35"/>
                  <a:pt x="298" y="33"/>
                  <a:pt x="317" y="33"/>
                </a:cubicBezTo>
                <a:lnTo>
                  <a:pt x="9843" y="33"/>
                </a:lnTo>
                <a:cubicBezTo>
                  <a:pt x="9862" y="33"/>
                  <a:pt x="9881" y="35"/>
                  <a:pt x="9900" y="39"/>
                </a:cubicBezTo>
                <a:cubicBezTo>
                  <a:pt x="9919" y="42"/>
                  <a:pt x="9937" y="48"/>
                  <a:pt x="9955" y="55"/>
                </a:cubicBezTo>
                <a:cubicBezTo>
                  <a:pt x="9972" y="63"/>
                  <a:pt x="9989" y="71"/>
                  <a:pt x="10005" y="82"/>
                </a:cubicBezTo>
                <a:cubicBezTo>
                  <a:pt x="10021" y="93"/>
                  <a:pt x="10036" y="105"/>
                  <a:pt x="10049" y="118"/>
                </a:cubicBezTo>
                <a:cubicBezTo>
                  <a:pt x="10063" y="132"/>
                  <a:pt x="10075" y="146"/>
                  <a:pt x="10085" y="162"/>
                </a:cubicBezTo>
                <a:cubicBezTo>
                  <a:pt x="10096" y="178"/>
                  <a:pt x="10105" y="195"/>
                  <a:pt x="10112" y="213"/>
                </a:cubicBezTo>
                <a:cubicBezTo>
                  <a:pt x="10120" y="230"/>
                  <a:pt x="10125" y="249"/>
                  <a:pt x="10129" y="267"/>
                </a:cubicBezTo>
                <a:cubicBezTo>
                  <a:pt x="10133" y="286"/>
                  <a:pt x="10134" y="305"/>
                  <a:pt x="10134" y="324"/>
                </a:cubicBezTo>
                <a:lnTo>
                  <a:pt x="10134" y="14665"/>
                </a:lnTo>
                <a:lnTo>
                  <a:pt x="10161" y="14665"/>
                </a:lnTo>
                <a:lnTo>
                  <a:pt x="10161" y="0"/>
                </a:lnTo>
                <a:close/>
              </a:path>
            </a:pathLst>
          </a:custGeom>
          <a:solidFill>
            <a:srgbClr val="2dd4bf">
              <a:alpha val="1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429080" y="227628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901440" y="6776640"/>
            <a:ext cx="197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34d399"/>
                </a:solidFill>
                <a:latin typeface="Courier New"/>
                <a:ea typeface="Courier New"/>
              </a:rPr>
              <a:t>Autocompletado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429080" y="1794600"/>
            <a:ext cx="16376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2dd4bf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2dd4bf"/>
                </a:solidFill>
                <a:latin typeface="Courier New"/>
                <a:ea typeface="Courier New"/>
              </a:rPr>
              <a:t>Zsh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429080" y="2391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570560" y="2414160"/>
            <a:ext cx="1266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Requiere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429080" y="2757240"/>
            <a:ext cx="197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configuración: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429080" y="309060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Sin plugins externos,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4429080" y="3433320"/>
            <a:ext cx="323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es visualmente tan gris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429080" y="3776400"/>
            <a:ext cx="1409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como Bash.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4429080" y="4182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570560" y="4204800"/>
            <a:ext cx="1407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Lentitud: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429080" y="4547880"/>
            <a:ext cx="2817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Cargar Oh My Zsh con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429080" y="4890600"/>
            <a:ext cx="2535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muchos temas puede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429080" y="5233680"/>
            <a:ext cx="323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ralentizar el arranque.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4429080" y="564012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4570560" y="5662440"/>
            <a:ext cx="2675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Sintaxis heredada: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4429080" y="6005160"/>
            <a:ext cx="2535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Mantiene la lógica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6543360" y="6362640"/>
            <a:ext cx="352800" cy="257400"/>
          </a:xfrm>
          <a:custGeom>
            <a:avLst/>
            <a:gdLst/>
            <a:ahLst/>
            <a:rect l="0" t="0" r="r" b="b"/>
            <a:pathLst>
              <a:path w="980" h="715">
                <a:moveTo>
                  <a:pt x="0" y="609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873" y="0"/>
                </a:lnTo>
                <a:cubicBezTo>
                  <a:pt x="888" y="0"/>
                  <a:pt x="902" y="2"/>
                  <a:pt x="915" y="8"/>
                </a:cubicBezTo>
                <a:cubicBezTo>
                  <a:pt x="928" y="13"/>
                  <a:pt x="939" y="21"/>
                  <a:pt x="949" y="31"/>
                </a:cubicBezTo>
                <a:cubicBezTo>
                  <a:pt x="959" y="41"/>
                  <a:pt x="967" y="52"/>
                  <a:pt x="972" y="65"/>
                </a:cubicBezTo>
                <a:cubicBezTo>
                  <a:pt x="978" y="78"/>
                  <a:pt x="980" y="91"/>
                  <a:pt x="980" y="105"/>
                </a:cubicBezTo>
                <a:lnTo>
                  <a:pt x="980" y="609"/>
                </a:lnTo>
                <a:cubicBezTo>
                  <a:pt x="980" y="623"/>
                  <a:pt x="978" y="637"/>
                  <a:pt x="972" y="650"/>
                </a:cubicBezTo>
                <a:cubicBezTo>
                  <a:pt x="967" y="663"/>
                  <a:pt x="959" y="674"/>
                  <a:pt x="949" y="684"/>
                </a:cubicBezTo>
                <a:cubicBezTo>
                  <a:pt x="939" y="694"/>
                  <a:pt x="928" y="702"/>
                  <a:pt x="915" y="707"/>
                </a:cubicBezTo>
                <a:cubicBezTo>
                  <a:pt x="902" y="712"/>
                  <a:pt x="888" y="715"/>
                  <a:pt x="873" y="715"/>
                </a:cubicBezTo>
                <a:lnTo>
                  <a:pt x="106" y="715"/>
                </a:lnTo>
                <a:cubicBezTo>
                  <a:pt x="92" y="715"/>
                  <a:pt x="79" y="712"/>
                  <a:pt x="66" y="707"/>
                </a:cubicBezTo>
                <a:cubicBezTo>
                  <a:pt x="53" y="702"/>
                  <a:pt x="41" y="694"/>
                  <a:pt x="31" y="684"/>
                </a:cubicBezTo>
                <a:cubicBezTo>
                  <a:pt x="21" y="674"/>
                  <a:pt x="14" y="663"/>
                  <a:pt x="8" y="650"/>
                </a:cubicBezTo>
                <a:cubicBezTo>
                  <a:pt x="3" y="637"/>
                  <a:pt x="0" y="623"/>
                  <a:pt x="0" y="60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548400" y="6367320"/>
            <a:ext cx="343080" cy="248040"/>
          </a:xfrm>
          <a:custGeom>
            <a:avLst/>
            <a:gdLst/>
            <a:ahLst/>
            <a:rect l="0" t="0" r="r" b="b"/>
            <a:pathLst>
              <a:path w="953" h="689">
                <a:moveTo>
                  <a:pt x="0" y="596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860" y="0"/>
                </a:lnTo>
                <a:cubicBezTo>
                  <a:pt x="873" y="0"/>
                  <a:pt x="885" y="2"/>
                  <a:pt x="896" y="7"/>
                </a:cubicBezTo>
                <a:cubicBezTo>
                  <a:pt x="907" y="12"/>
                  <a:pt x="917" y="18"/>
                  <a:pt x="926" y="27"/>
                </a:cubicBezTo>
                <a:cubicBezTo>
                  <a:pt x="935" y="36"/>
                  <a:pt x="941" y="46"/>
                  <a:pt x="946" y="57"/>
                </a:cubicBezTo>
                <a:cubicBezTo>
                  <a:pt x="951" y="68"/>
                  <a:pt x="953" y="80"/>
                  <a:pt x="953" y="92"/>
                </a:cubicBezTo>
                <a:lnTo>
                  <a:pt x="953" y="596"/>
                </a:lnTo>
                <a:cubicBezTo>
                  <a:pt x="953" y="608"/>
                  <a:pt x="951" y="620"/>
                  <a:pt x="946" y="632"/>
                </a:cubicBezTo>
                <a:cubicBezTo>
                  <a:pt x="941" y="643"/>
                  <a:pt x="935" y="653"/>
                  <a:pt x="926" y="662"/>
                </a:cubicBezTo>
                <a:cubicBezTo>
                  <a:pt x="917" y="670"/>
                  <a:pt x="907" y="677"/>
                  <a:pt x="896" y="682"/>
                </a:cubicBezTo>
                <a:cubicBezTo>
                  <a:pt x="885" y="686"/>
                  <a:pt x="873" y="689"/>
                  <a:pt x="860" y="689"/>
                </a:cubicBezTo>
                <a:lnTo>
                  <a:pt x="92" y="689"/>
                </a:lnTo>
                <a:cubicBezTo>
                  <a:pt x="80" y="689"/>
                  <a:pt x="68" y="686"/>
                  <a:pt x="57" y="682"/>
                </a:cubicBezTo>
                <a:cubicBezTo>
                  <a:pt x="45" y="677"/>
                  <a:pt x="35" y="670"/>
                  <a:pt x="27" y="662"/>
                </a:cubicBezTo>
                <a:cubicBezTo>
                  <a:pt x="18" y="653"/>
                  <a:pt x="11" y="643"/>
                  <a:pt x="7" y="632"/>
                </a:cubicBezTo>
                <a:cubicBezTo>
                  <a:pt x="2" y="620"/>
                  <a:pt x="0" y="608"/>
                  <a:pt x="0" y="596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429080" y="6348240"/>
            <a:ext cx="2112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pesada de usar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599160" y="6377400"/>
            <a:ext cx="240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2dd4bf"/>
                </a:solidFill>
                <a:latin typeface="Courier New"/>
                <a:ea typeface="Courier New"/>
              </a:rPr>
              <a:t>fi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4429080" y="6705360"/>
            <a:ext cx="590760" cy="257760"/>
          </a:xfrm>
          <a:custGeom>
            <a:avLst/>
            <a:gdLst/>
            <a:ahLst/>
            <a:rect l="0" t="0" r="r" b="b"/>
            <a:pathLst>
              <a:path w="1641" h="716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34" y="0"/>
                </a:lnTo>
                <a:cubicBezTo>
                  <a:pt x="1548" y="0"/>
                  <a:pt x="1562" y="3"/>
                  <a:pt x="1575" y="8"/>
                </a:cubicBezTo>
                <a:cubicBezTo>
                  <a:pt x="1588" y="14"/>
                  <a:pt x="1599" y="21"/>
                  <a:pt x="1609" y="31"/>
                </a:cubicBezTo>
                <a:cubicBezTo>
                  <a:pt x="1619" y="41"/>
                  <a:pt x="1627" y="53"/>
                  <a:pt x="1632" y="65"/>
                </a:cubicBezTo>
                <a:cubicBezTo>
                  <a:pt x="1637" y="78"/>
                  <a:pt x="1641" y="92"/>
                  <a:pt x="1641" y="106"/>
                </a:cubicBezTo>
                <a:lnTo>
                  <a:pt x="1641" y="610"/>
                </a:lnTo>
                <a:cubicBezTo>
                  <a:pt x="1641" y="624"/>
                  <a:pt x="1637" y="637"/>
                  <a:pt x="1632" y="650"/>
                </a:cubicBezTo>
                <a:cubicBezTo>
                  <a:pt x="1627" y="663"/>
                  <a:pt x="1619" y="675"/>
                  <a:pt x="1609" y="685"/>
                </a:cubicBezTo>
                <a:cubicBezTo>
                  <a:pt x="1599" y="694"/>
                  <a:pt x="1588" y="702"/>
                  <a:pt x="1575" y="707"/>
                </a:cubicBezTo>
                <a:cubicBezTo>
                  <a:pt x="1562" y="713"/>
                  <a:pt x="1548" y="716"/>
                  <a:pt x="1534" y="716"/>
                </a:cubicBezTo>
                <a:lnTo>
                  <a:pt x="105" y="716"/>
                </a:lnTo>
                <a:cubicBezTo>
                  <a:pt x="91" y="716"/>
                  <a:pt x="78" y="713"/>
                  <a:pt x="65" y="707"/>
                </a:cubicBezTo>
                <a:cubicBezTo>
                  <a:pt x="52" y="702"/>
                  <a:pt x="41" y="694"/>
                  <a:pt x="31" y="685"/>
                </a:cubicBezTo>
                <a:cubicBezTo>
                  <a:pt x="21" y="675"/>
                  <a:pt x="13" y="663"/>
                  <a:pt x="8" y="650"/>
                </a:cubicBezTo>
                <a:cubicBezTo>
                  <a:pt x="2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4433760" y="6710040"/>
            <a:ext cx="581400" cy="248040"/>
          </a:xfrm>
          <a:custGeom>
            <a:avLst/>
            <a:gdLst/>
            <a:ahLst/>
            <a:rect l="0" t="0" r="r" b="b"/>
            <a:pathLst>
              <a:path w="1615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522" y="0"/>
                </a:lnTo>
                <a:cubicBezTo>
                  <a:pt x="1534" y="0"/>
                  <a:pt x="1546" y="3"/>
                  <a:pt x="1558" y="7"/>
                </a:cubicBezTo>
                <a:cubicBezTo>
                  <a:pt x="1569" y="12"/>
                  <a:pt x="1579" y="19"/>
                  <a:pt x="1588" y="28"/>
                </a:cubicBezTo>
                <a:cubicBezTo>
                  <a:pt x="1596" y="36"/>
                  <a:pt x="1603" y="46"/>
                  <a:pt x="1608" y="58"/>
                </a:cubicBezTo>
                <a:cubicBezTo>
                  <a:pt x="1612" y="69"/>
                  <a:pt x="1615" y="81"/>
                  <a:pt x="1615" y="93"/>
                </a:cubicBezTo>
                <a:lnTo>
                  <a:pt x="1615" y="597"/>
                </a:lnTo>
                <a:cubicBezTo>
                  <a:pt x="1615" y="609"/>
                  <a:pt x="1612" y="621"/>
                  <a:pt x="1608" y="632"/>
                </a:cubicBezTo>
                <a:cubicBezTo>
                  <a:pt x="1603" y="643"/>
                  <a:pt x="1596" y="654"/>
                  <a:pt x="1588" y="662"/>
                </a:cubicBezTo>
                <a:cubicBezTo>
                  <a:pt x="1579" y="671"/>
                  <a:pt x="1569" y="678"/>
                  <a:pt x="1558" y="682"/>
                </a:cubicBezTo>
                <a:cubicBezTo>
                  <a:pt x="1546" y="687"/>
                  <a:pt x="1534" y="689"/>
                  <a:pt x="1522" y="689"/>
                </a:cubicBezTo>
                <a:lnTo>
                  <a:pt x="92" y="689"/>
                </a:lnTo>
                <a:cubicBezTo>
                  <a:pt x="80" y="689"/>
                  <a:pt x="68" y="687"/>
                  <a:pt x="57" y="682"/>
                </a:cubicBezTo>
                <a:cubicBezTo>
                  <a:pt x="46" y="678"/>
                  <a:pt x="36" y="671"/>
                  <a:pt x="27" y="662"/>
                </a:cubicBezTo>
                <a:cubicBezTo>
                  <a:pt x="18" y="654"/>
                  <a:pt x="12" y="643"/>
                  <a:pt x="7" y="632"/>
                </a:cubicBezTo>
                <a:cubicBezTo>
                  <a:pt x="2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895800" y="634824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,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486320" y="6720480"/>
            <a:ext cx="479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2dd4bf"/>
                </a:solidFill>
                <a:latin typeface="Courier New"/>
                <a:ea typeface="Courier New"/>
              </a:rPr>
              <a:t>done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448240" y="6705360"/>
            <a:ext cx="705240" cy="257760"/>
          </a:xfrm>
          <a:custGeom>
            <a:avLst/>
            <a:gdLst/>
            <a:ahLst/>
            <a:rect l="0" t="0" r="r" b="b"/>
            <a:pathLst>
              <a:path w="1959" h="716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53" y="0"/>
                </a:lnTo>
                <a:cubicBezTo>
                  <a:pt x="1867" y="0"/>
                  <a:pt x="1880" y="3"/>
                  <a:pt x="1893" y="8"/>
                </a:cubicBezTo>
                <a:cubicBezTo>
                  <a:pt x="1906" y="14"/>
                  <a:pt x="1918" y="21"/>
                  <a:pt x="1928" y="31"/>
                </a:cubicBezTo>
                <a:cubicBezTo>
                  <a:pt x="1938" y="41"/>
                  <a:pt x="1945" y="53"/>
                  <a:pt x="1951" y="65"/>
                </a:cubicBezTo>
                <a:cubicBezTo>
                  <a:pt x="1956" y="78"/>
                  <a:pt x="1959" y="92"/>
                  <a:pt x="1959" y="106"/>
                </a:cubicBezTo>
                <a:lnTo>
                  <a:pt x="1959" y="610"/>
                </a:lnTo>
                <a:cubicBezTo>
                  <a:pt x="1959" y="624"/>
                  <a:pt x="1956" y="637"/>
                  <a:pt x="1951" y="650"/>
                </a:cubicBezTo>
                <a:cubicBezTo>
                  <a:pt x="1945" y="663"/>
                  <a:pt x="1938" y="675"/>
                  <a:pt x="1928" y="685"/>
                </a:cubicBezTo>
                <a:cubicBezTo>
                  <a:pt x="1918" y="694"/>
                  <a:pt x="1906" y="702"/>
                  <a:pt x="1893" y="707"/>
                </a:cubicBezTo>
                <a:cubicBezTo>
                  <a:pt x="1880" y="713"/>
                  <a:pt x="1867" y="716"/>
                  <a:pt x="1853" y="716"/>
                </a:cubicBezTo>
                <a:lnTo>
                  <a:pt x="105" y="716"/>
                </a:lnTo>
                <a:cubicBezTo>
                  <a:pt x="91" y="716"/>
                  <a:pt x="78" y="713"/>
                  <a:pt x="65" y="707"/>
                </a:cubicBezTo>
                <a:cubicBezTo>
                  <a:pt x="52" y="702"/>
                  <a:pt x="41" y="694"/>
                  <a:pt x="31" y="685"/>
                </a:cubicBezTo>
                <a:cubicBezTo>
                  <a:pt x="21" y="675"/>
                  <a:pt x="13" y="663"/>
                  <a:pt x="8" y="650"/>
                </a:cubicBezTo>
                <a:cubicBezTo>
                  <a:pt x="2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452920" y="6710040"/>
            <a:ext cx="695520" cy="248040"/>
          </a:xfrm>
          <a:custGeom>
            <a:avLst/>
            <a:gdLst/>
            <a:ahLst/>
            <a:rect l="0" t="0" r="r" b="b"/>
            <a:pathLst>
              <a:path w="1932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840" y="0"/>
                </a:lnTo>
                <a:cubicBezTo>
                  <a:pt x="1852" y="0"/>
                  <a:pt x="1864" y="3"/>
                  <a:pt x="1875" y="7"/>
                </a:cubicBezTo>
                <a:cubicBezTo>
                  <a:pt x="1887" y="12"/>
                  <a:pt x="1897" y="19"/>
                  <a:pt x="1905" y="28"/>
                </a:cubicBezTo>
                <a:cubicBezTo>
                  <a:pt x="1914" y="36"/>
                  <a:pt x="1921" y="46"/>
                  <a:pt x="1925" y="58"/>
                </a:cubicBezTo>
                <a:cubicBezTo>
                  <a:pt x="1930" y="69"/>
                  <a:pt x="1932" y="81"/>
                  <a:pt x="1932" y="93"/>
                </a:cubicBezTo>
                <a:lnTo>
                  <a:pt x="1932" y="597"/>
                </a:lnTo>
                <a:cubicBezTo>
                  <a:pt x="1932" y="609"/>
                  <a:pt x="1930" y="621"/>
                  <a:pt x="1925" y="632"/>
                </a:cubicBezTo>
                <a:cubicBezTo>
                  <a:pt x="1921" y="643"/>
                  <a:pt x="1914" y="654"/>
                  <a:pt x="1905" y="662"/>
                </a:cubicBezTo>
                <a:cubicBezTo>
                  <a:pt x="1897" y="671"/>
                  <a:pt x="1887" y="678"/>
                  <a:pt x="1875" y="682"/>
                </a:cubicBezTo>
                <a:cubicBezTo>
                  <a:pt x="1864" y="687"/>
                  <a:pt x="1852" y="689"/>
                  <a:pt x="1840" y="689"/>
                </a:cubicBezTo>
                <a:lnTo>
                  <a:pt x="92" y="689"/>
                </a:lnTo>
                <a:cubicBezTo>
                  <a:pt x="80" y="689"/>
                  <a:pt x="68" y="687"/>
                  <a:pt x="57" y="682"/>
                </a:cubicBezTo>
                <a:cubicBezTo>
                  <a:pt x="46" y="678"/>
                  <a:pt x="36" y="671"/>
                  <a:pt x="27" y="662"/>
                </a:cubicBezTo>
                <a:cubicBezTo>
                  <a:pt x="18" y="654"/>
                  <a:pt x="12" y="643"/>
                  <a:pt x="7" y="632"/>
                </a:cubicBezTo>
                <a:cubicBezTo>
                  <a:pt x="2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5163120" y="669096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y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501880" y="6720480"/>
            <a:ext cx="599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2dd4bf"/>
                </a:solidFill>
                <a:latin typeface="Courier New"/>
                <a:ea typeface="Courier New"/>
              </a:rPr>
              <a:t>[[ ]]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8076960" y="1581120"/>
            <a:ext cx="3657960" cy="10096560"/>
          </a:xfrm>
          <a:custGeom>
            <a:avLst/>
            <a:gdLst/>
            <a:ahLst/>
            <a:rect l="0" t="0" r="r" b="b"/>
            <a:pathLst>
              <a:path w="10161" h="28046">
                <a:moveTo>
                  <a:pt x="0" y="0"/>
                </a:moveTo>
                <a:lnTo>
                  <a:pt x="10161" y="0"/>
                </a:lnTo>
                <a:lnTo>
                  <a:pt x="10161" y="28046"/>
                </a:lnTo>
                <a:lnTo>
                  <a:pt x="0" y="28046"/>
                </a:lnTo>
                <a:lnTo>
                  <a:pt x="0" y="0"/>
                </a:lnTo>
                <a:close/>
              </a:path>
            </a:pathLst>
          </a:custGeom>
          <a:solidFill>
            <a:srgbClr val="60a5fa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8076960" y="1578600"/>
            <a:ext cx="3657960" cy="5279400"/>
          </a:xfrm>
          <a:custGeom>
            <a:avLst/>
            <a:gdLst/>
            <a:ahLst/>
            <a:rect l="0" t="0" r="r" b="b"/>
            <a:pathLst>
              <a:path w="10161" h="14665">
                <a:moveTo>
                  <a:pt x="10161" y="0"/>
                </a:moveTo>
                <a:lnTo>
                  <a:pt x="0" y="0"/>
                </a:lnTo>
                <a:lnTo>
                  <a:pt x="0" y="14665"/>
                </a:lnTo>
                <a:lnTo>
                  <a:pt x="27" y="14665"/>
                </a:lnTo>
                <a:lnTo>
                  <a:pt x="27" y="324"/>
                </a:lnTo>
                <a:cubicBezTo>
                  <a:pt x="27" y="305"/>
                  <a:pt x="28" y="286"/>
                  <a:pt x="32" y="267"/>
                </a:cubicBezTo>
                <a:cubicBezTo>
                  <a:pt x="36" y="249"/>
                  <a:pt x="41" y="230"/>
                  <a:pt x="49" y="213"/>
                </a:cubicBezTo>
                <a:cubicBezTo>
                  <a:pt x="56" y="195"/>
                  <a:pt x="65" y="178"/>
                  <a:pt x="76" y="162"/>
                </a:cubicBezTo>
                <a:cubicBezTo>
                  <a:pt x="86" y="146"/>
                  <a:pt x="98" y="132"/>
                  <a:pt x="112" y="118"/>
                </a:cubicBezTo>
                <a:cubicBezTo>
                  <a:pt x="125" y="105"/>
                  <a:pt x="140" y="93"/>
                  <a:pt x="156" y="82"/>
                </a:cubicBezTo>
                <a:cubicBezTo>
                  <a:pt x="172" y="71"/>
                  <a:pt x="189" y="63"/>
                  <a:pt x="206" y="55"/>
                </a:cubicBezTo>
                <a:cubicBezTo>
                  <a:pt x="224" y="48"/>
                  <a:pt x="242" y="42"/>
                  <a:pt x="261" y="39"/>
                </a:cubicBezTo>
                <a:cubicBezTo>
                  <a:pt x="280" y="35"/>
                  <a:pt x="299" y="33"/>
                  <a:pt x="318" y="33"/>
                </a:cubicBezTo>
                <a:lnTo>
                  <a:pt x="9844" y="33"/>
                </a:lnTo>
                <a:cubicBezTo>
                  <a:pt x="9863" y="33"/>
                  <a:pt x="9882" y="35"/>
                  <a:pt x="9900" y="39"/>
                </a:cubicBezTo>
                <a:cubicBezTo>
                  <a:pt x="9919" y="42"/>
                  <a:pt x="9937" y="48"/>
                  <a:pt x="9955" y="55"/>
                </a:cubicBezTo>
                <a:cubicBezTo>
                  <a:pt x="9973" y="63"/>
                  <a:pt x="9989" y="71"/>
                  <a:pt x="10005" y="82"/>
                </a:cubicBezTo>
                <a:cubicBezTo>
                  <a:pt x="10021" y="93"/>
                  <a:pt x="10036" y="105"/>
                  <a:pt x="10049" y="118"/>
                </a:cubicBezTo>
                <a:cubicBezTo>
                  <a:pt x="10063" y="132"/>
                  <a:pt x="10075" y="146"/>
                  <a:pt x="10086" y="162"/>
                </a:cubicBezTo>
                <a:cubicBezTo>
                  <a:pt x="10096" y="178"/>
                  <a:pt x="10105" y="195"/>
                  <a:pt x="10113" y="213"/>
                </a:cubicBezTo>
                <a:cubicBezTo>
                  <a:pt x="10120" y="230"/>
                  <a:pt x="10125" y="249"/>
                  <a:pt x="10129" y="267"/>
                </a:cubicBezTo>
                <a:cubicBezTo>
                  <a:pt x="10133" y="286"/>
                  <a:pt x="10135" y="305"/>
                  <a:pt x="10135" y="324"/>
                </a:cubicBezTo>
                <a:lnTo>
                  <a:pt x="10135" y="14665"/>
                </a:lnTo>
                <a:lnTo>
                  <a:pt x="10161" y="14665"/>
                </a:lnTo>
                <a:lnTo>
                  <a:pt x="10161" y="0"/>
                </a:lnTo>
                <a:close/>
              </a:path>
            </a:pathLst>
          </a:custGeom>
          <a:solidFill>
            <a:srgbClr val="60a5fa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8238960" y="227628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157440" y="6690960"/>
            <a:ext cx="234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2dd4bf"/>
                </a:solidFill>
                <a:latin typeface="Courier New"/>
                <a:ea typeface="Courier New"/>
              </a:rPr>
              <a:t>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8238960" y="1794600"/>
            <a:ext cx="18190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390" spc="-1" strike="noStrike">
                <a:solidFill>
                  <a:srgbClr val="60a5fa"/>
                </a:solidFill>
                <a:latin typeface="Courier New"/>
                <a:ea typeface="Courier New"/>
              </a:rPr>
              <a:t>┌─ </a:t>
            </a:r>
            <a:r>
              <a:rPr b="1" lang="en-US" sz="2390" spc="-1" strike="noStrike">
                <a:solidFill>
                  <a:srgbClr val="60a5fa"/>
                </a:solidFill>
                <a:latin typeface="Courier New"/>
                <a:ea typeface="Courier New"/>
              </a:rPr>
              <a:t>Fish ─┐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8238960" y="23918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380440" y="2414160"/>
            <a:ext cx="2393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Incompatibilidad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8238960" y="2757240"/>
            <a:ext cx="844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POSIX: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8238960" y="3090600"/>
            <a:ext cx="267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Los scripts de Bash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238960" y="343332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tradicionales no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8238960" y="377640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funcionarán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8238960" y="4119120"/>
            <a:ext cx="168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nativamente.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8238960" y="452556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8380440" y="4547880"/>
            <a:ext cx="16891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Ausencia en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8238960" y="489060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servidores: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8238960" y="5233680"/>
            <a:ext cx="197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Rara vez viene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8238960" y="5567040"/>
            <a:ext cx="2957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instalado por defecto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8238960" y="5910120"/>
            <a:ext cx="2253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en servidores de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8238960" y="625284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producción.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8238960" y="666864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fb7185"/>
                </a:solidFill>
                <a:latin typeface="DejaVuSansMono"/>
                <a:ea typeface="DejaVuSansMono"/>
              </a:rPr>
              <a:t>✗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521560" y="6690960"/>
            <a:ext cx="2395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850" spc="-1" strike="noStrike">
                <a:solidFill>
                  <a:srgbClr val="60a5fa"/>
                </a:solidFill>
                <a:latin typeface="Courier New"/>
                <a:ea typeface="Courier New"/>
              </a:rPr>
              <a:t>Ecosistema menor: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461880" y="2309760"/>
            <a:ext cx="5515200" cy="1962360"/>
          </a:xfrm>
          <a:custGeom>
            <a:avLst/>
            <a:gdLst/>
            <a:ahLst/>
            <a:rect l="0" t="0" r="r" b="b"/>
            <a:pathLst>
              <a:path w="15320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3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5253"/>
                </a:lnTo>
                <a:cubicBezTo>
                  <a:pt x="15320" y="5266"/>
                  <a:pt x="15319" y="5279"/>
                  <a:pt x="15316" y="5291"/>
                </a:cubicBezTo>
                <a:cubicBezTo>
                  <a:pt x="15314" y="5304"/>
                  <a:pt x="15310" y="5317"/>
                  <a:pt x="15305" y="5329"/>
                </a:cubicBezTo>
                <a:cubicBezTo>
                  <a:pt x="15300" y="5341"/>
                  <a:pt x="15294" y="5352"/>
                  <a:pt x="15287" y="5363"/>
                </a:cubicBezTo>
                <a:cubicBezTo>
                  <a:pt x="15279" y="5374"/>
                  <a:pt x="15271" y="5384"/>
                  <a:pt x="15262" y="5393"/>
                </a:cubicBezTo>
                <a:cubicBezTo>
                  <a:pt x="15253" y="5402"/>
                  <a:pt x="15243" y="5410"/>
                  <a:pt x="15232" y="5418"/>
                </a:cubicBezTo>
                <a:cubicBezTo>
                  <a:pt x="15221" y="5425"/>
                  <a:pt x="15210" y="5431"/>
                  <a:pt x="15198" y="5436"/>
                </a:cubicBezTo>
                <a:cubicBezTo>
                  <a:pt x="15186" y="5441"/>
                  <a:pt x="15173" y="5445"/>
                  <a:pt x="15160" y="5447"/>
                </a:cubicBezTo>
                <a:cubicBezTo>
                  <a:pt x="15148" y="5450"/>
                  <a:pt x="15135" y="5451"/>
                  <a:pt x="15122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0"/>
                  <a:pt x="67" y="5402"/>
                  <a:pt x="58" y="5393"/>
                </a:cubicBezTo>
                <a:cubicBezTo>
                  <a:pt x="49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7"/>
                  <a:pt x="6" y="5304"/>
                  <a:pt x="4" y="5291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61880" y="2309760"/>
            <a:ext cx="5515200" cy="1962360"/>
          </a:xfrm>
          <a:custGeom>
            <a:avLst/>
            <a:gdLst/>
            <a:ahLst/>
            <a:rect l="0" t="0" r="r" b="b"/>
            <a:pathLst>
              <a:path w="15320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3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5253"/>
                </a:lnTo>
                <a:cubicBezTo>
                  <a:pt x="15320" y="5266"/>
                  <a:pt x="15319" y="5279"/>
                  <a:pt x="15316" y="5291"/>
                </a:cubicBezTo>
                <a:cubicBezTo>
                  <a:pt x="15314" y="5304"/>
                  <a:pt x="15310" y="5317"/>
                  <a:pt x="15305" y="5329"/>
                </a:cubicBezTo>
                <a:cubicBezTo>
                  <a:pt x="15300" y="5341"/>
                  <a:pt x="15294" y="5352"/>
                  <a:pt x="15287" y="5363"/>
                </a:cubicBezTo>
                <a:cubicBezTo>
                  <a:pt x="15279" y="5374"/>
                  <a:pt x="15271" y="5384"/>
                  <a:pt x="15262" y="5393"/>
                </a:cubicBezTo>
                <a:cubicBezTo>
                  <a:pt x="15253" y="5402"/>
                  <a:pt x="15243" y="5410"/>
                  <a:pt x="15232" y="5418"/>
                </a:cubicBezTo>
                <a:cubicBezTo>
                  <a:pt x="15221" y="5425"/>
                  <a:pt x="15210" y="5431"/>
                  <a:pt x="15198" y="5436"/>
                </a:cubicBezTo>
                <a:cubicBezTo>
                  <a:pt x="15186" y="5441"/>
                  <a:pt x="15173" y="5445"/>
                  <a:pt x="15160" y="5447"/>
                </a:cubicBezTo>
                <a:cubicBezTo>
                  <a:pt x="15148" y="5450"/>
                  <a:pt x="15135" y="5451"/>
                  <a:pt x="15122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0"/>
                  <a:pt x="67" y="5402"/>
                  <a:pt x="58" y="5393"/>
                </a:cubicBezTo>
                <a:cubicBezTo>
                  <a:pt x="49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7"/>
                  <a:pt x="6" y="5304"/>
                  <a:pt x="4" y="5291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57200" y="484560"/>
            <a:ext cx="91220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Variables y Condicionales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457200" y="1817640"/>
            <a:ext cx="16556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2dd4bf"/>
                </a:solidFill>
                <a:latin typeface="Courier New"/>
                <a:ea typeface="Courier New"/>
              </a:rPr>
              <a:t>Bash / Zsh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19200" y="2548800"/>
            <a:ext cx="1803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nombre=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"42Malaga"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619200" y="3206160"/>
            <a:ext cx="3496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if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[ -d 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$HOME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/Downloads"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];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then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19200" y="3539520"/>
            <a:ext cx="3603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echo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$nombre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: carpeta existe"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619200" y="3863520"/>
            <a:ext cx="2124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fi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457200" y="4475160"/>
            <a:ext cx="281412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Reglas estrictas: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4257360" y="5047920"/>
            <a:ext cx="238680" cy="257760"/>
          </a:xfrm>
          <a:custGeom>
            <a:avLst/>
            <a:gdLst/>
            <a:ahLst/>
            <a:rect l="0" t="0" r="r" b="b"/>
            <a:pathLst>
              <a:path w="663" h="716">
                <a:moveTo>
                  <a:pt x="0" y="609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57" y="0"/>
                </a:lnTo>
                <a:cubicBezTo>
                  <a:pt x="571" y="0"/>
                  <a:pt x="585" y="3"/>
                  <a:pt x="597" y="8"/>
                </a:cubicBezTo>
                <a:cubicBezTo>
                  <a:pt x="610" y="14"/>
                  <a:pt x="622" y="21"/>
                  <a:pt x="632" y="31"/>
                </a:cubicBezTo>
                <a:cubicBezTo>
                  <a:pt x="642" y="41"/>
                  <a:pt x="649" y="53"/>
                  <a:pt x="655" y="66"/>
                </a:cubicBezTo>
                <a:cubicBezTo>
                  <a:pt x="660" y="79"/>
                  <a:pt x="663" y="92"/>
                  <a:pt x="663" y="106"/>
                </a:cubicBezTo>
                <a:lnTo>
                  <a:pt x="663" y="609"/>
                </a:lnTo>
                <a:cubicBezTo>
                  <a:pt x="663" y="624"/>
                  <a:pt x="660" y="637"/>
                  <a:pt x="655" y="650"/>
                </a:cubicBezTo>
                <a:cubicBezTo>
                  <a:pt x="649" y="663"/>
                  <a:pt x="642" y="675"/>
                  <a:pt x="632" y="685"/>
                </a:cubicBezTo>
                <a:cubicBezTo>
                  <a:pt x="622" y="695"/>
                  <a:pt x="610" y="702"/>
                  <a:pt x="597" y="708"/>
                </a:cubicBezTo>
                <a:cubicBezTo>
                  <a:pt x="585" y="713"/>
                  <a:pt x="571" y="716"/>
                  <a:pt x="557" y="716"/>
                </a:cubicBezTo>
                <a:lnTo>
                  <a:pt x="106" y="716"/>
                </a:lnTo>
                <a:cubicBezTo>
                  <a:pt x="92" y="716"/>
                  <a:pt x="79" y="713"/>
                  <a:pt x="66" y="708"/>
                </a:cubicBezTo>
                <a:cubicBezTo>
                  <a:pt x="53" y="702"/>
                  <a:pt x="41" y="695"/>
                  <a:pt x="31" y="685"/>
                </a:cubicBezTo>
                <a:cubicBezTo>
                  <a:pt x="21" y="675"/>
                  <a:pt x="14" y="663"/>
                  <a:pt x="8" y="650"/>
                </a:cubicBezTo>
                <a:cubicBezTo>
                  <a:pt x="3" y="637"/>
                  <a:pt x="0" y="624"/>
                  <a:pt x="0" y="60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4262400" y="5052960"/>
            <a:ext cx="228960" cy="248040"/>
          </a:xfrm>
          <a:custGeom>
            <a:avLst/>
            <a:gdLst/>
            <a:ahLst/>
            <a:rect l="0" t="0" r="r" b="b"/>
            <a:pathLst>
              <a:path w="636" h="689">
                <a:moveTo>
                  <a:pt x="0" y="596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5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543" y="0"/>
                </a:lnTo>
                <a:cubicBezTo>
                  <a:pt x="555" y="0"/>
                  <a:pt x="567" y="2"/>
                  <a:pt x="578" y="7"/>
                </a:cubicBezTo>
                <a:cubicBezTo>
                  <a:pt x="590" y="11"/>
                  <a:pt x="600" y="18"/>
                  <a:pt x="608" y="27"/>
                </a:cubicBezTo>
                <a:cubicBezTo>
                  <a:pt x="617" y="35"/>
                  <a:pt x="624" y="45"/>
                  <a:pt x="629" y="58"/>
                </a:cubicBezTo>
                <a:cubicBezTo>
                  <a:pt x="633" y="69"/>
                  <a:pt x="636" y="81"/>
                  <a:pt x="636" y="93"/>
                </a:cubicBezTo>
                <a:lnTo>
                  <a:pt x="636" y="596"/>
                </a:lnTo>
                <a:cubicBezTo>
                  <a:pt x="636" y="608"/>
                  <a:pt x="633" y="620"/>
                  <a:pt x="629" y="631"/>
                </a:cubicBezTo>
                <a:cubicBezTo>
                  <a:pt x="624" y="643"/>
                  <a:pt x="617" y="653"/>
                  <a:pt x="608" y="661"/>
                </a:cubicBezTo>
                <a:cubicBezTo>
                  <a:pt x="600" y="670"/>
                  <a:pt x="590" y="677"/>
                  <a:pt x="578" y="682"/>
                </a:cubicBezTo>
                <a:cubicBezTo>
                  <a:pt x="567" y="686"/>
                  <a:pt x="555" y="689"/>
                  <a:pt x="543" y="689"/>
                </a:cubicBezTo>
                <a:lnTo>
                  <a:pt x="92" y="689"/>
                </a:lnTo>
                <a:cubicBezTo>
                  <a:pt x="80" y="689"/>
                  <a:pt x="68" y="686"/>
                  <a:pt x="57" y="682"/>
                </a:cubicBezTo>
                <a:cubicBezTo>
                  <a:pt x="45" y="677"/>
                  <a:pt x="35" y="670"/>
                  <a:pt x="27" y="661"/>
                </a:cubicBezTo>
                <a:cubicBezTo>
                  <a:pt x="18" y="653"/>
                  <a:pt x="11" y="643"/>
                  <a:pt x="7" y="631"/>
                </a:cubicBezTo>
                <a:cubicBezTo>
                  <a:pt x="2" y="620"/>
                  <a:pt x="0" y="608"/>
                  <a:pt x="0" y="596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457200" y="5033520"/>
            <a:ext cx="3803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Sin espacios alrededor del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317120" y="5063040"/>
            <a:ext cx="199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=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4962240" y="5476680"/>
            <a:ext cx="476640" cy="257400"/>
          </a:xfrm>
          <a:custGeom>
            <a:avLst/>
            <a:gdLst/>
            <a:ahLst/>
            <a:rect l="0" t="0" r="r" b="b"/>
            <a:pathLst>
              <a:path w="1324" h="715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lnTo>
                  <a:pt x="1218" y="0"/>
                </a:lnTo>
                <a:cubicBezTo>
                  <a:pt x="1232" y="0"/>
                  <a:pt x="1246" y="3"/>
                  <a:pt x="1259" y="8"/>
                </a:cubicBezTo>
                <a:cubicBezTo>
                  <a:pt x="1272" y="13"/>
                  <a:pt x="1283" y="21"/>
                  <a:pt x="1293" y="31"/>
                </a:cubicBezTo>
                <a:cubicBezTo>
                  <a:pt x="1303" y="41"/>
                  <a:pt x="1311" y="52"/>
                  <a:pt x="1316" y="65"/>
                </a:cubicBezTo>
                <a:cubicBezTo>
                  <a:pt x="1322" y="78"/>
                  <a:pt x="1324" y="92"/>
                  <a:pt x="1324" y="106"/>
                </a:cubicBezTo>
                <a:lnTo>
                  <a:pt x="1324" y="610"/>
                </a:lnTo>
                <a:cubicBezTo>
                  <a:pt x="1324" y="624"/>
                  <a:pt x="1322" y="637"/>
                  <a:pt x="1316" y="650"/>
                </a:cubicBezTo>
                <a:cubicBezTo>
                  <a:pt x="1311" y="663"/>
                  <a:pt x="1303" y="674"/>
                  <a:pt x="1293" y="684"/>
                </a:cubicBezTo>
                <a:cubicBezTo>
                  <a:pt x="1283" y="694"/>
                  <a:pt x="1272" y="702"/>
                  <a:pt x="1259" y="707"/>
                </a:cubicBezTo>
                <a:cubicBezTo>
                  <a:pt x="1246" y="713"/>
                  <a:pt x="1232" y="715"/>
                  <a:pt x="1218" y="715"/>
                </a:cubicBezTo>
                <a:lnTo>
                  <a:pt x="107" y="715"/>
                </a:lnTo>
                <a:cubicBezTo>
                  <a:pt x="92" y="715"/>
                  <a:pt x="79" y="713"/>
                  <a:pt x="66" y="707"/>
                </a:cubicBezTo>
                <a:cubicBezTo>
                  <a:pt x="53" y="702"/>
                  <a:pt x="41" y="694"/>
                  <a:pt x="31" y="684"/>
                </a:cubicBezTo>
                <a:cubicBezTo>
                  <a:pt x="21" y="674"/>
                  <a:pt x="14" y="663"/>
                  <a:pt x="8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4967280" y="5481360"/>
            <a:ext cx="466920" cy="248040"/>
          </a:xfrm>
          <a:custGeom>
            <a:avLst/>
            <a:gdLst/>
            <a:ahLst/>
            <a:rect l="0" t="0" r="r" b="b"/>
            <a:pathLst>
              <a:path w="1297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204" y="0"/>
                </a:lnTo>
                <a:cubicBezTo>
                  <a:pt x="1217" y="0"/>
                  <a:pt x="1228" y="3"/>
                  <a:pt x="1240" y="7"/>
                </a:cubicBezTo>
                <a:cubicBezTo>
                  <a:pt x="1251" y="12"/>
                  <a:pt x="1261" y="19"/>
                  <a:pt x="1270" y="27"/>
                </a:cubicBezTo>
                <a:cubicBezTo>
                  <a:pt x="1279" y="36"/>
                  <a:pt x="1285" y="46"/>
                  <a:pt x="1290" y="57"/>
                </a:cubicBezTo>
                <a:cubicBezTo>
                  <a:pt x="1295" y="69"/>
                  <a:pt x="1297" y="81"/>
                  <a:pt x="1297" y="93"/>
                </a:cubicBezTo>
                <a:lnTo>
                  <a:pt x="1297" y="597"/>
                </a:lnTo>
                <a:cubicBezTo>
                  <a:pt x="1297" y="609"/>
                  <a:pt x="1295" y="621"/>
                  <a:pt x="1290" y="632"/>
                </a:cubicBezTo>
                <a:cubicBezTo>
                  <a:pt x="1285" y="643"/>
                  <a:pt x="1279" y="653"/>
                  <a:pt x="1270" y="662"/>
                </a:cubicBezTo>
                <a:cubicBezTo>
                  <a:pt x="1261" y="671"/>
                  <a:pt x="1251" y="677"/>
                  <a:pt x="1240" y="682"/>
                </a:cubicBezTo>
                <a:cubicBezTo>
                  <a:pt x="1228" y="687"/>
                  <a:pt x="1217" y="689"/>
                  <a:pt x="1204" y="689"/>
                </a:cubicBezTo>
                <a:lnTo>
                  <a:pt x="92" y="689"/>
                </a:lnTo>
                <a:cubicBezTo>
                  <a:pt x="80" y="689"/>
                  <a:pt x="68" y="687"/>
                  <a:pt x="57" y="682"/>
                </a:cubicBezTo>
                <a:cubicBezTo>
                  <a:pt x="45" y="677"/>
                  <a:pt x="35" y="671"/>
                  <a:pt x="27" y="662"/>
                </a:cubicBezTo>
                <a:cubicBezTo>
                  <a:pt x="18" y="653"/>
                  <a:pt x="11" y="643"/>
                  <a:pt x="7" y="632"/>
                </a:cubicBezTo>
                <a:cubicBezTo>
                  <a:pt x="2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57200" y="5462280"/>
            <a:ext cx="4505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Espacios </a:t>
            </a:r>
            <a:r>
              <a:rPr b="1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obligatorios </a:t>
            </a:r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dentro de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021640" y="5491800"/>
            <a:ext cx="358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[ ]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6215040" y="2309760"/>
            <a:ext cx="5515200" cy="2619720"/>
          </a:xfrm>
          <a:custGeom>
            <a:avLst/>
            <a:gdLst/>
            <a:ahLst/>
            <a:rect l="0" t="0" r="r" b="b"/>
            <a:pathLst>
              <a:path w="15320" h="7277">
                <a:moveTo>
                  <a:pt x="0" y="70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3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7078"/>
                </a:lnTo>
                <a:cubicBezTo>
                  <a:pt x="15320" y="7091"/>
                  <a:pt x="15319" y="7104"/>
                  <a:pt x="15316" y="7117"/>
                </a:cubicBezTo>
                <a:cubicBezTo>
                  <a:pt x="15314" y="7130"/>
                  <a:pt x="15310" y="7142"/>
                  <a:pt x="15305" y="7154"/>
                </a:cubicBezTo>
                <a:cubicBezTo>
                  <a:pt x="15300" y="7166"/>
                  <a:pt x="15294" y="7178"/>
                  <a:pt x="15286" y="7188"/>
                </a:cubicBezTo>
                <a:cubicBezTo>
                  <a:pt x="15279" y="7199"/>
                  <a:pt x="15271" y="7209"/>
                  <a:pt x="15262" y="7219"/>
                </a:cubicBezTo>
                <a:cubicBezTo>
                  <a:pt x="15253" y="7228"/>
                  <a:pt x="15243" y="7236"/>
                  <a:pt x="15232" y="7243"/>
                </a:cubicBezTo>
                <a:cubicBezTo>
                  <a:pt x="15221" y="7250"/>
                  <a:pt x="15209" y="7257"/>
                  <a:pt x="15197" y="7262"/>
                </a:cubicBezTo>
                <a:cubicBezTo>
                  <a:pt x="15185" y="7267"/>
                  <a:pt x="15173" y="7270"/>
                  <a:pt x="15160" y="7273"/>
                </a:cubicBezTo>
                <a:cubicBezTo>
                  <a:pt x="15147" y="7275"/>
                  <a:pt x="15135" y="7277"/>
                  <a:pt x="15121" y="7277"/>
                </a:cubicBezTo>
                <a:lnTo>
                  <a:pt x="198" y="7277"/>
                </a:lnTo>
                <a:cubicBezTo>
                  <a:pt x="185" y="7277"/>
                  <a:pt x="172" y="7275"/>
                  <a:pt x="159" y="7273"/>
                </a:cubicBezTo>
                <a:cubicBezTo>
                  <a:pt x="147" y="7270"/>
                  <a:pt x="134" y="7267"/>
                  <a:pt x="122" y="7262"/>
                </a:cubicBezTo>
                <a:cubicBezTo>
                  <a:pt x="110" y="7257"/>
                  <a:pt x="99" y="7250"/>
                  <a:pt x="88" y="7243"/>
                </a:cubicBezTo>
                <a:cubicBezTo>
                  <a:pt x="77" y="7236"/>
                  <a:pt x="67" y="7228"/>
                  <a:pt x="58" y="7219"/>
                </a:cubicBezTo>
                <a:cubicBezTo>
                  <a:pt x="48" y="7209"/>
                  <a:pt x="40" y="7199"/>
                  <a:pt x="33" y="7188"/>
                </a:cubicBezTo>
                <a:cubicBezTo>
                  <a:pt x="26" y="7178"/>
                  <a:pt x="20" y="7166"/>
                  <a:pt x="15" y="7154"/>
                </a:cubicBezTo>
                <a:cubicBezTo>
                  <a:pt x="10" y="7142"/>
                  <a:pt x="6" y="7130"/>
                  <a:pt x="3" y="7117"/>
                </a:cubicBezTo>
                <a:cubicBezTo>
                  <a:pt x="1" y="7104"/>
                  <a:pt x="0" y="7091"/>
                  <a:pt x="0" y="7078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215040" y="2309760"/>
            <a:ext cx="5515200" cy="2619720"/>
          </a:xfrm>
          <a:custGeom>
            <a:avLst/>
            <a:gdLst/>
            <a:ahLst/>
            <a:rect l="0" t="0" r="r" b="b"/>
            <a:pathLst>
              <a:path w="15320" h="7277">
                <a:moveTo>
                  <a:pt x="0" y="70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3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7078"/>
                </a:lnTo>
                <a:cubicBezTo>
                  <a:pt x="15320" y="7091"/>
                  <a:pt x="15319" y="7104"/>
                  <a:pt x="15316" y="7117"/>
                </a:cubicBezTo>
                <a:cubicBezTo>
                  <a:pt x="15314" y="7130"/>
                  <a:pt x="15310" y="7142"/>
                  <a:pt x="15305" y="7154"/>
                </a:cubicBezTo>
                <a:cubicBezTo>
                  <a:pt x="15300" y="7166"/>
                  <a:pt x="15294" y="7178"/>
                  <a:pt x="15286" y="7188"/>
                </a:cubicBezTo>
                <a:cubicBezTo>
                  <a:pt x="15279" y="7199"/>
                  <a:pt x="15271" y="7209"/>
                  <a:pt x="15262" y="7219"/>
                </a:cubicBezTo>
                <a:cubicBezTo>
                  <a:pt x="15253" y="7228"/>
                  <a:pt x="15243" y="7236"/>
                  <a:pt x="15232" y="7243"/>
                </a:cubicBezTo>
                <a:cubicBezTo>
                  <a:pt x="15221" y="7250"/>
                  <a:pt x="15209" y="7257"/>
                  <a:pt x="15197" y="7262"/>
                </a:cubicBezTo>
                <a:cubicBezTo>
                  <a:pt x="15185" y="7267"/>
                  <a:pt x="15173" y="7270"/>
                  <a:pt x="15160" y="7273"/>
                </a:cubicBezTo>
                <a:cubicBezTo>
                  <a:pt x="15147" y="7275"/>
                  <a:pt x="15135" y="7277"/>
                  <a:pt x="15121" y="7277"/>
                </a:cubicBezTo>
                <a:lnTo>
                  <a:pt x="198" y="7277"/>
                </a:lnTo>
                <a:cubicBezTo>
                  <a:pt x="185" y="7277"/>
                  <a:pt x="172" y="7275"/>
                  <a:pt x="159" y="7273"/>
                </a:cubicBezTo>
                <a:cubicBezTo>
                  <a:pt x="147" y="7270"/>
                  <a:pt x="134" y="7267"/>
                  <a:pt x="122" y="7262"/>
                </a:cubicBezTo>
                <a:cubicBezTo>
                  <a:pt x="110" y="7257"/>
                  <a:pt x="99" y="7250"/>
                  <a:pt x="88" y="7243"/>
                </a:cubicBezTo>
                <a:cubicBezTo>
                  <a:pt x="77" y="7236"/>
                  <a:pt x="67" y="7228"/>
                  <a:pt x="58" y="7219"/>
                </a:cubicBezTo>
                <a:cubicBezTo>
                  <a:pt x="48" y="7209"/>
                  <a:pt x="40" y="7199"/>
                  <a:pt x="33" y="7188"/>
                </a:cubicBezTo>
                <a:cubicBezTo>
                  <a:pt x="26" y="7178"/>
                  <a:pt x="20" y="7166"/>
                  <a:pt x="15" y="7154"/>
                </a:cubicBezTo>
                <a:cubicBezTo>
                  <a:pt x="10" y="7142"/>
                  <a:pt x="6" y="7130"/>
                  <a:pt x="3" y="7117"/>
                </a:cubicBezTo>
                <a:cubicBezTo>
                  <a:pt x="1" y="7104"/>
                  <a:pt x="0" y="7091"/>
                  <a:pt x="0" y="7078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457200" y="5900400"/>
            <a:ext cx="5211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Las comillas dobles protegen espacios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6210360" y="1817640"/>
            <a:ext cx="662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60a5fa"/>
                </a:solidFill>
                <a:latin typeface="Courier New"/>
                <a:ea typeface="Courier New"/>
              </a:rPr>
              <a:t>Fish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372360" y="2548800"/>
            <a:ext cx="2227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 nombre "42Malaga"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372360" y="2882160"/>
            <a:ext cx="3713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ruta_local "$HOME/Downloads"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372360" y="3206160"/>
            <a:ext cx="3713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-gx VARIABLE_GLOBAL "exportada"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372360" y="3863520"/>
            <a:ext cx="275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if test -d $HOME/Downloads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372360" y="4196880"/>
            <a:ext cx="2651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"Carpeta existe"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372360" y="452052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6210000" y="5705280"/>
            <a:ext cx="476640" cy="257400"/>
          </a:xfrm>
          <a:custGeom>
            <a:avLst/>
            <a:gdLst/>
            <a:ahLst/>
            <a:rect l="0" t="0" r="r" b="b"/>
            <a:pathLst>
              <a:path w="1324" h="715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218" y="0"/>
                </a:lnTo>
                <a:cubicBezTo>
                  <a:pt x="1232" y="0"/>
                  <a:pt x="1246" y="3"/>
                  <a:pt x="1259" y="8"/>
                </a:cubicBezTo>
                <a:cubicBezTo>
                  <a:pt x="1272" y="13"/>
                  <a:pt x="1283" y="21"/>
                  <a:pt x="1293" y="31"/>
                </a:cubicBezTo>
                <a:cubicBezTo>
                  <a:pt x="1303" y="41"/>
                  <a:pt x="1311" y="52"/>
                  <a:pt x="1316" y="65"/>
                </a:cubicBezTo>
                <a:cubicBezTo>
                  <a:pt x="1322" y="78"/>
                  <a:pt x="1324" y="92"/>
                  <a:pt x="1324" y="106"/>
                </a:cubicBezTo>
                <a:lnTo>
                  <a:pt x="1324" y="610"/>
                </a:lnTo>
                <a:cubicBezTo>
                  <a:pt x="1324" y="624"/>
                  <a:pt x="1322" y="637"/>
                  <a:pt x="1316" y="650"/>
                </a:cubicBezTo>
                <a:cubicBezTo>
                  <a:pt x="1311" y="663"/>
                  <a:pt x="1303" y="674"/>
                  <a:pt x="1293" y="684"/>
                </a:cubicBezTo>
                <a:cubicBezTo>
                  <a:pt x="1283" y="694"/>
                  <a:pt x="1272" y="702"/>
                  <a:pt x="1259" y="707"/>
                </a:cubicBezTo>
                <a:cubicBezTo>
                  <a:pt x="1246" y="713"/>
                  <a:pt x="1232" y="715"/>
                  <a:pt x="1218" y="715"/>
                </a:cubicBezTo>
                <a:lnTo>
                  <a:pt x="106" y="715"/>
                </a:lnTo>
                <a:cubicBezTo>
                  <a:pt x="92" y="715"/>
                  <a:pt x="79" y="713"/>
                  <a:pt x="66" y="707"/>
                </a:cubicBezTo>
                <a:cubicBezTo>
                  <a:pt x="53" y="702"/>
                  <a:pt x="41" y="694"/>
                  <a:pt x="31" y="684"/>
                </a:cubicBezTo>
                <a:cubicBezTo>
                  <a:pt x="21" y="674"/>
                  <a:pt x="14" y="663"/>
                  <a:pt x="8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6215040" y="5709960"/>
            <a:ext cx="466920" cy="248040"/>
          </a:xfrm>
          <a:custGeom>
            <a:avLst/>
            <a:gdLst/>
            <a:ahLst/>
            <a:rect l="0" t="0" r="r" b="b"/>
            <a:pathLst>
              <a:path w="1297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204" y="0"/>
                </a:lnTo>
                <a:cubicBezTo>
                  <a:pt x="1217" y="0"/>
                  <a:pt x="1229" y="3"/>
                  <a:pt x="1240" y="7"/>
                </a:cubicBezTo>
                <a:cubicBezTo>
                  <a:pt x="1251" y="12"/>
                  <a:pt x="1261" y="19"/>
                  <a:pt x="1270" y="27"/>
                </a:cubicBezTo>
                <a:cubicBezTo>
                  <a:pt x="1279" y="36"/>
                  <a:pt x="1285" y="46"/>
                  <a:pt x="1290" y="57"/>
                </a:cubicBezTo>
                <a:cubicBezTo>
                  <a:pt x="1295" y="69"/>
                  <a:pt x="1297" y="81"/>
                  <a:pt x="1297" y="93"/>
                </a:cubicBezTo>
                <a:lnTo>
                  <a:pt x="1297" y="597"/>
                </a:lnTo>
                <a:cubicBezTo>
                  <a:pt x="1297" y="609"/>
                  <a:pt x="1295" y="621"/>
                  <a:pt x="1290" y="632"/>
                </a:cubicBezTo>
                <a:cubicBezTo>
                  <a:pt x="1285" y="643"/>
                  <a:pt x="1279" y="653"/>
                  <a:pt x="1270" y="662"/>
                </a:cubicBezTo>
                <a:cubicBezTo>
                  <a:pt x="1261" y="671"/>
                  <a:pt x="1251" y="677"/>
                  <a:pt x="1240" y="682"/>
                </a:cubicBezTo>
                <a:cubicBezTo>
                  <a:pt x="1229" y="687"/>
                  <a:pt x="1217" y="689"/>
                  <a:pt x="1204" y="689"/>
                </a:cubicBezTo>
                <a:lnTo>
                  <a:pt x="92" y="689"/>
                </a:lnTo>
                <a:cubicBezTo>
                  <a:pt x="80" y="689"/>
                  <a:pt x="68" y="687"/>
                  <a:pt x="57" y="682"/>
                </a:cubicBezTo>
                <a:cubicBezTo>
                  <a:pt x="45" y="677"/>
                  <a:pt x="35" y="671"/>
                  <a:pt x="27" y="662"/>
                </a:cubicBezTo>
                <a:cubicBezTo>
                  <a:pt x="18" y="653"/>
                  <a:pt x="11" y="643"/>
                  <a:pt x="7" y="632"/>
                </a:cubicBezTo>
                <a:cubicBezTo>
                  <a:pt x="2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210360" y="5132520"/>
            <a:ext cx="34754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Reglas más flexibles: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267600" y="5720400"/>
            <a:ext cx="358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set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8658000" y="5705280"/>
            <a:ext cx="228960" cy="257400"/>
          </a:xfrm>
          <a:custGeom>
            <a:avLst/>
            <a:gdLst/>
            <a:ahLst/>
            <a:rect l="0" t="0" r="r" b="b"/>
            <a:pathLst>
              <a:path w="636" h="715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30" y="0"/>
                </a:lnTo>
                <a:cubicBezTo>
                  <a:pt x="544" y="0"/>
                  <a:pt x="558" y="3"/>
                  <a:pt x="571" y="8"/>
                </a:cubicBezTo>
                <a:cubicBezTo>
                  <a:pt x="584" y="13"/>
                  <a:pt x="595" y="21"/>
                  <a:pt x="605" y="31"/>
                </a:cubicBezTo>
                <a:cubicBezTo>
                  <a:pt x="615" y="41"/>
                  <a:pt x="623" y="52"/>
                  <a:pt x="628" y="65"/>
                </a:cubicBezTo>
                <a:cubicBezTo>
                  <a:pt x="633" y="78"/>
                  <a:pt x="636" y="92"/>
                  <a:pt x="636" y="106"/>
                </a:cubicBezTo>
                <a:lnTo>
                  <a:pt x="636" y="610"/>
                </a:lnTo>
                <a:cubicBezTo>
                  <a:pt x="636" y="624"/>
                  <a:pt x="633" y="637"/>
                  <a:pt x="628" y="650"/>
                </a:cubicBezTo>
                <a:cubicBezTo>
                  <a:pt x="623" y="663"/>
                  <a:pt x="615" y="674"/>
                  <a:pt x="605" y="684"/>
                </a:cubicBezTo>
                <a:cubicBezTo>
                  <a:pt x="595" y="694"/>
                  <a:pt x="584" y="702"/>
                  <a:pt x="571" y="707"/>
                </a:cubicBezTo>
                <a:cubicBezTo>
                  <a:pt x="558" y="713"/>
                  <a:pt x="544" y="715"/>
                  <a:pt x="530" y="715"/>
                </a:cubicBezTo>
                <a:lnTo>
                  <a:pt x="106" y="715"/>
                </a:lnTo>
                <a:cubicBezTo>
                  <a:pt x="92" y="715"/>
                  <a:pt x="78" y="713"/>
                  <a:pt x="65" y="707"/>
                </a:cubicBezTo>
                <a:cubicBezTo>
                  <a:pt x="52" y="702"/>
                  <a:pt x="41" y="694"/>
                  <a:pt x="31" y="684"/>
                </a:cubicBezTo>
                <a:cubicBezTo>
                  <a:pt x="21" y="674"/>
                  <a:pt x="14" y="663"/>
                  <a:pt x="8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8662680" y="5709960"/>
            <a:ext cx="219600" cy="248040"/>
          </a:xfrm>
          <a:custGeom>
            <a:avLst/>
            <a:gdLst/>
            <a:ahLst/>
            <a:rect l="0" t="0" r="r" b="b"/>
            <a:pathLst>
              <a:path w="610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516" y="0"/>
                </a:lnTo>
                <a:cubicBezTo>
                  <a:pt x="529" y="0"/>
                  <a:pt x="540" y="3"/>
                  <a:pt x="552" y="7"/>
                </a:cubicBezTo>
                <a:cubicBezTo>
                  <a:pt x="564" y="12"/>
                  <a:pt x="574" y="19"/>
                  <a:pt x="583" y="27"/>
                </a:cubicBezTo>
                <a:cubicBezTo>
                  <a:pt x="591" y="36"/>
                  <a:pt x="598" y="46"/>
                  <a:pt x="603" y="57"/>
                </a:cubicBezTo>
                <a:cubicBezTo>
                  <a:pt x="608" y="69"/>
                  <a:pt x="610" y="81"/>
                  <a:pt x="610" y="93"/>
                </a:cubicBezTo>
                <a:lnTo>
                  <a:pt x="610" y="597"/>
                </a:lnTo>
                <a:cubicBezTo>
                  <a:pt x="610" y="609"/>
                  <a:pt x="608" y="621"/>
                  <a:pt x="603" y="632"/>
                </a:cubicBezTo>
                <a:cubicBezTo>
                  <a:pt x="598" y="643"/>
                  <a:pt x="591" y="653"/>
                  <a:pt x="583" y="662"/>
                </a:cubicBezTo>
                <a:cubicBezTo>
                  <a:pt x="574" y="671"/>
                  <a:pt x="564" y="677"/>
                  <a:pt x="552" y="682"/>
                </a:cubicBezTo>
                <a:cubicBezTo>
                  <a:pt x="540" y="687"/>
                  <a:pt x="529" y="689"/>
                  <a:pt x="516" y="689"/>
                </a:cubicBezTo>
                <a:lnTo>
                  <a:pt x="93" y="689"/>
                </a:lnTo>
                <a:cubicBezTo>
                  <a:pt x="81" y="689"/>
                  <a:pt x="69" y="687"/>
                  <a:pt x="58" y="682"/>
                </a:cubicBezTo>
                <a:cubicBezTo>
                  <a:pt x="46" y="677"/>
                  <a:pt x="36" y="671"/>
                  <a:pt x="27" y="662"/>
                </a:cubicBezTo>
                <a:cubicBezTo>
                  <a:pt x="19" y="653"/>
                  <a:pt x="12" y="643"/>
                  <a:pt x="7" y="632"/>
                </a:cubicBezTo>
                <a:cubicBezTo>
                  <a:pt x="3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683760" y="5690880"/>
            <a:ext cx="19710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reemplaza al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8712720" y="5720400"/>
            <a:ext cx="199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=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8889480" y="5690880"/>
            <a:ext cx="23936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 — </a:t>
            </a:r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sin errores de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210000" y="6476760"/>
            <a:ext cx="591120" cy="257760"/>
          </a:xfrm>
          <a:custGeom>
            <a:avLst/>
            <a:gdLst/>
            <a:ahLst/>
            <a:rect l="0" t="0" r="r" b="b"/>
            <a:pathLst>
              <a:path w="1642" h="716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535" y="0"/>
                </a:lnTo>
                <a:cubicBezTo>
                  <a:pt x="1549" y="0"/>
                  <a:pt x="1562" y="3"/>
                  <a:pt x="1575" y="8"/>
                </a:cubicBezTo>
                <a:cubicBezTo>
                  <a:pt x="1588" y="14"/>
                  <a:pt x="1600" y="21"/>
                  <a:pt x="1610" y="31"/>
                </a:cubicBezTo>
                <a:cubicBezTo>
                  <a:pt x="1621" y="41"/>
                  <a:pt x="1628" y="53"/>
                  <a:pt x="1634" y="65"/>
                </a:cubicBezTo>
                <a:cubicBezTo>
                  <a:pt x="1639" y="78"/>
                  <a:pt x="1642" y="92"/>
                  <a:pt x="1642" y="106"/>
                </a:cubicBezTo>
                <a:lnTo>
                  <a:pt x="1642" y="610"/>
                </a:lnTo>
                <a:cubicBezTo>
                  <a:pt x="1642" y="624"/>
                  <a:pt x="1639" y="637"/>
                  <a:pt x="1634" y="650"/>
                </a:cubicBezTo>
                <a:cubicBezTo>
                  <a:pt x="1628" y="663"/>
                  <a:pt x="1621" y="675"/>
                  <a:pt x="1610" y="685"/>
                </a:cubicBezTo>
                <a:cubicBezTo>
                  <a:pt x="1600" y="694"/>
                  <a:pt x="1588" y="702"/>
                  <a:pt x="1575" y="707"/>
                </a:cubicBezTo>
                <a:cubicBezTo>
                  <a:pt x="1562" y="713"/>
                  <a:pt x="1549" y="716"/>
                  <a:pt x="1535" y="716"/>
                </a:cubicBezTo>
                <a:lnTo>
                  <a:pt x="106" y="716"/>
                </a:lnTo>
                <a:cubicBezTo>
                  <a:pt x="92" y="716"/>
                  <a:pt x="79" y="713"/>
                  <a:pt x="66" y="707"/>
                </a:cubicBezTo>
                <a:cubicBezTo>
                  <a:pt x="53" y="702"/>
                  <a:pt x="41" y="694"/>
                  <a:pt x="31" y="685"/>
                </a:cubicBezTo>
                <a:cubicBezTo>
                  <a:pt x="21" y="675"/>
                  <a:pt x="14" y="663"/>
                  <a:pt x="8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6215040" y="6481440"/>
            <a:ext cx="581400" cy="248040"/>
          </a:xfrm>
          <a:custGeom>
            <a:avLst/>
            <a:gdLst/>
            <a:ahLst/>
            <a:rect l="0" t="0" r="r" b="b"/>
            <a:pathLst>
              <a:path w="1615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522" y="0"/>
                </a:lnTo>
                <a:cubicBezTo>
                  <a:pt x="1534" y="0"/>
                  <a:pt x="1546" y="3"/>
                  <a:pt x="1557" y="7"/>
                </a:cubicBezTo>
                <a:cubicBezTo>
                  <a:pt x="1569" y="12"/>
                  <a:pt x="1579" y="19"/>
                  <a:pt x="1587" y="28"/>
                </a:cubicBezTo>
                <a:cubicBezTo>
                  <a:pt x="1596" y="36"/>
                  <a:pt x="1603" y="46"/>
                  <a:pt x="1607" y="58"/>
                </a:cubicBezTo>
                <a:cubicBezTo>
                  <a:pt x="1612" y="69"/>
                  <a:pt x="1615" y="81"/>
                  <a:pt x="1615" y="93"/>
                </a:cubicBezTo>
                <a:lnTo>
                  <a:pt x="1615" y="597"/>
                </a:lnTo>
                <a:cubicBezTo>
                  <a:pt x="1615" y="609"/>
                  <a:pt x="1612" y="621"/>
                  <a:pt x="1607" y="632"/>
                </a:cubicBezTo>
                <a:cubicBezTo>
                  <a:pt x="1603" y="643"/>
                  <a:pt x="1596" y="654"/>
                  <a:pt x="1587" y="662"/>
                </a:cubicBezTo>
                <a:cubicBezTo>
                  <a:pt x="1579" y="671"/>
                  <a:pt x="1569" y="678"/>
                  <a:pt x="1557" y="682"/>
                </a:cubicBezTo>
                <a:cubicBezTo>
                  <a:pt x="1546" y="687"/>
                  <a:pt x="1534" y="689"/>
                  <a:pt x="1522" y="689"/>
                </a:cubicBezTo>
                <a:lnTo>
                  <a:pt x="92" y="689"/>
                </a:lnTo>
                <a:cubicBezTo>
                  <a:pt x="80" y="689"/>
                  <a:pt x="68" y="687"/>
                  <a:pt x="57" y="682"/>
                </a:cubicBezTo>
                <a:cubicBezTo>
                  <a:pt x="45" y="678"/>
                  <a:pt x="35" y="671"/>
                  <a:pt x="27" y="662"/>
                </a:cubicBezTo>
                <a:cubicBezTo>
                  <a:pt x="18" y="654"/>
                  <a:pt x="11" y="643"/>
                  <a:pt x="7" y="632"/>
                </a:cubicBezTo>
                <a:cubicBezTo>
                  <a:pt x="2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210360" y="6024240"/>
            <a:ext cx="1126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espacios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267600" y="6491880"/>
            <a:ext cx="479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test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0610640" y="6476760"/>
            <a:ext cx="467280" cy="257760"/>
          </a:xfrm>
          <a:custGeom>
            <a:avLst/>
            <a:gdLst/>
            <a:ahLst/>
            <a:rect l="0" t="0" r="r" b="b"/>
            <a:pathLst>
              <a:path w="1298" h="716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92" y="0"/>
                </a:lnTo>
                <a:cubicBezTo>
                  <a:pt x="1206" y="0"/>
                  <a:pt x="1219" y="3"/>
                  <a:pt x="1232" y="8"/>
                </a:cubicBezTo>
                <a:cubicBezTo>
                  <a:pt x="1245" y="14"/>
                  <a:pt x="1257" y="21"/>
                  <a:pt x="1267" y="31"/>
                </a:cubicBezTo>
                <a:cubicBezTo>
                  <a:pt x="1276" y="41"/>
                  <a:pt x="1284" y="53"/>
                  <a:pt x="1289" y="65"/>
                </a:cubicBezTo>
                <a:cubicBezTo>
                  <a:pt x="1295" y="78"/>
                  <a:pt x="1298" y="92"/>
                  <a:pt x="1298" y="106"/>
                </a:cubicBezTo>
                <a:lnTo>
                  <a:pt x="1298" y="610"/>
                </a:lnTo>
                <a:cubicBezTo>
                  <a:pt x="1298" y="624"/>
                  <a:pt x="1295" y="637"/>
                  <a:pt x="1289" y="650"/>
                </a:cubicBezTo>
                <a:cubicBezTo>
                  <a:pt x="1284" y="663"/>
                  <a:pt x="1276" y="675"/>
                  <a:pt x="1267" y="685"/>
                </a:cubicBezTo>
                <a:cubicBezTo>
                  <a:pt x="1257" y="694"/>
                  <a:pt x="1245" y="702"/>
                  <a:pt x="1232" y="707"/>
                </a:cubicBezTo>
                <a:cubicBezTo>
                  <a:pt x="1219" y="713"/>
                  <a:pt x="1206" y="716"/>
                  <a:pt x="1192" y="716"/>
                </a:cubicBezTo>
                <a:lnTo>
                  <a:pt x="106" y="716"/>
                </a:lnTo>
                <a:cubicBezTo>
                  <a:pt x="92" y="716"/>
                  <a:pt x="78" y="713"/>
                  <a:pt x="65" y="707"/>
                </a:cubicBezTo>
                <a:cubicBezTo>
                  <a:pt x="52" y="702"/>
                  <a:pt x="41" y="694"/>
                  <a:pt x="31" y="685"/>
                </a:cubicBezTo>
                <a:cubicBezTo>
                  <a:pt x="21" y="675"/>
                  <a:pt x="14" y="663"/>
                  <a:pt x="8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0615320" y="6481440"/>
            <a:ext cx="457560" cy="248040"/>
          </a:xfrm>
          <a:custGeom>
            <a:avLst/>
            <a:gdLst/>
            <a:ahLst/>
            <a:rect l="0" t="0" r="r" b="b"/>
            <a:pathLst>
              <a:path w="1271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lnTo>
                  <a:pt x="1179" y="0"/>
                </a:lnTo>
                <a:cubicBezTo>
                  <a:pt x="1191" y="0"/>
                  <a:pt x="1203" y="3"/>
                  <a:pt x="1214" y="7"/>
                </a:cubicBezTo>
                <a:cubicBezTo>
                  <a:pt x="1225" y="12"/>
                  <a:pt x="1235" y="19"/>
                  <a:pt x="1244" y="28"/>
                </a:cubicBezTo>
                <a:cubicBezTo>
                  <a:pt x="1253" y="36"/>
                  <a:pt x="1260" y="46"/>
                  <a:pt x="1264" y="58"/>
                </a:cubicBezTo>
                <a:cubicBezTo>
                  <a:pt x="1269" y="69"/>
                  <a:pt x="1271" y="81"/>
                  <a:pt x="1271" y="93"/>
                </a:cubicBezTo>
                <a:lnTo>
                  <a:pt x="1271" y="597"/>
                </a:lnTo>
                <a:cubicBezTo>
                  <a:pt x="1271" y="609"/>
                  <a:pt x="1269" y="621"/>
                  <a:pt x="1264" y="632"/>
                </a:cubicBezTo>
                <a:cubicBezTo>
                  <a:pt x="1260" y="643"/>
                  <a:pt x="1253" y="654"/>
                  <a:pt x="1244" y="662"/>
                </a:cubicBezTo>
                <a:cubicBezTo>
                  <a:pt x="1235" y="671"/>
                  <a:pt x="1225" y="678"/>
                  <a:pt x="1214" y="682"/>
                </a:cubicBezTo>
                <a:cubicBezTo>
                  <a:pt x="1203" y="687"/>
                  <a:pt x="1191" y="689"/>
                  <a:pt x="1179" y="689"/>
                </a:cubicBezTo>
                <a:lnTo>
                  <a:pt x="93" y="689"/>
                </a:lnTo>
                <a:cubicBezTo>
                  <a:pt x="81" y="689"/>
                  <a:pt x="69" y="687"/>
                  <a:pt x="57" y="682"/>
                </a:cubicBezTo>
                <a:cubicBezTo>
                  <a:pt x="46" y="678"/>
                  <a:pt x="36" y="671"/>
                  <a:pt x="27" y="662"/>
                </a:cubicBezTo>
                <a:cubicBezTo>
                  <a:pt x="19" y="654"/>
                  <a:pt x="12" y="643"/>
                  <a:pt x="7" y="632"/>
                </a:cubicBezTo>
                <a:cubicBezTo>
                  <a:pt x="3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6803280" y="6462360"/>
            <a:ext cx="3801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sin corchetes, cierra con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0663560" y="6491880"/>
            <a:ext cx="358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end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61880" y="2662200"/>
            <a:ext cx="5515200" cy="1962360"/>
          </a:xfrm>
          <a:custGeom>
            <a:avLst/>
            <a:gdLst/>
            <a:ahLst/>
            <a:rect l="0" t="0" r="r" b="b"/>
            <a:pathLst>
              <a:path w="15320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3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5253"/>
                </a:lnTo>
                <a:cubicBezTo>
                  <a:pt x="15320" y="5266"/>
                  <a:pt x="15319" y="5279"/>
                  <a:pt x="15316" y="5291"/>
                </a:cubicBezTo>
                <a:cubicBezTo>
                  <a:pt x="15314" y="5304"/>
                  <a:pt x="15310" y="5316"/>
                  <a:pt x="15305" y="5329"/>
                </a:cubicBezTo>
                <a:cubicBezTo>
                  <a:pt x="15300" y="5341"/>
                  <a:pt x="15294" y="5352"/>
                  <a:pt x="15287" y="5363"/>
                </a:cubicBezTo>
                <a:cubicBezTo>
                  <a:pt x="15279" y="5374"/>
                  <a:pt x="15271" y="5384"/>
                  <a:pt x="15262" y="5393"/>
                </a:cubicBezTo>
                <a:cubicBezTo>
                  <a:pt x="15253" y="5402"/>
                  <a:pt x="15243" y="5410"/>
                  <a:pt x="15232" y="5418"/>
                </a:cubicBezTo>
                <a:cubicBezTo>
                  <a:pt x="15221" y="5425"/>
                  <a:pt x="15210" y="5431"/>
                  <a:pt x="15198" y="5436"/>
                </a:cubicBezTo>
                <a:cubicBezTo>
                  <a:pt x="15186" y="5441"/>
                  <a:pt x="15173" y="5445"/>
                  <a:pt x="15160" y="5447"/>
                </a:cubicBezTo>
                <a:cubicBezTo>
                  <a:pt x="15148" y="5450"/>
                  <a:pt x="15135" y="5451"/>
                  <a:pt x="15122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0"/>
                  <a:pt x="67" y="5402"/>
                  <a:pt x="58" y="5393"/>
                </a:cubicBezTo>
                <a:cubicBezTo>
                  <a:pt x="49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6"/>
                  <a:pt x="6" y="5304"/>
                  <a:pt x="4" y="5291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461880" y="2662200"/>
            <a:ext cx="5515200" cy="1962360"/>
          </a:xfrm>
          <a:custGeom>
            <a:avLst/>
            <a:gdLst/>
            <a:ahLst/>
            <a:rect l="0" t="0" r="r" b="b"/>
            <a:pathLst>
              <a:path w="15320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3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5253"/>
                </a:lnTo>
                <a:cubicBezTo>
                  <a:pt x="15320" y="5266"/>
                  <a:pt x="15319" y="5279"/>
                  <a:pt x="15316" y="5291"/>
                </a:cubicBezTo>
                <a:cubicBezTo>
                  <a:pt x="15314" y="5304"/>
                  <a:pt x="15310" y="5316"/>
                  <a:pt x="15305" y="5329"/>
                </a:cubicBezTo>
                <a:cubicBezTo>
                  <a:pt x="15300" y="5341"/>
                  <a:pt x="15294" y="5352"/>
                  <a:pt x="15287" y="5363"/>
                </a:cubicBezTo>
                <a:cubicBezTo>
                  <a:pt x="15279" y="5374"/>
                  <a:pt x="15271" y="5384"/>
                  <a:pt x="15262" y="5393"/>
                </a:cubicBezTo>
                <a:cubicBezTo>
                  <a:pt x="15253" y="5402"/>
                  <a:pt x="15243" y="5410"/>
                  <a:pt x="15232" y="5418"/>
                </a:cubicBezTo>
                <a:cubicBezTo>
                  <a:pt x="15221" y="5425"/>
                  <a:pt x="15210" y="5431"/>
                  <a:pt x="15198" y="5436"/>
                </a:cubicBezTo>
                <a:cubicBezTo>
                  <a:pt x="15186" y="5441"/>
                  <a:pt x="15173" y="5445"/>
                  <a:pt x="15160" y="5447"/>
                </a:cubicBezTo>
                <a:cubicBezTo>
                  <a:pt x="15148" y="5450"/>
                  <a:pt x="15135" y="5451"/>
                  <a:pt x="15122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0"/>
                  <a:pt x="67" y="5402"/>
                  <a:pt x="58" y="5393"/>
                </a:cubicBezTo>
                <a:cubicBezTo>
                  <a:pt x="49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6"/>
                  <a:pt x="6" y="5304"/>
                  <a:pt x="4" y="5291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457200" y="836640"/>
            <a:ext cx="54734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Arrays y Bucles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457200" y="2170080"/>
            <a:ext cx="16556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2dd4bf"/>
                </a:solidFill>
                <a:latin typeface="Courier New"/>
                <a:ea typeface="Courier New"/>
              </a:rPr>
              <a:t>Bash / Zsh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619200" y="2901240"/>
            <a:ext cx="2333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extensiones=(js py ts)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619200" y="3558600"/>
            <a:ext cx="3601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for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ext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in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${extensiones[@]}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;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do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619200" y="3891960"/>
            <a:ext cx="2859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echo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"Procesando: 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$ext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19200" y="4215960"/>
            <a:ext cx="424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done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3276360" y="4838400"/>
            <a:ext cx="1667160" cy="305280"/>
          </a:xfrm>
          <a:custGeom>
            <a:avLst/>
            <a:gdLst/>
            <a:ahLst/>
            <a:rect l="0" t="0" r="r" b="b"/>
            <a:pathLst>
              <a:path w="4631" h="848">
                <a:moveTo>
                  <a:pt x="0" y="742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526" y="0"/>
                </a:lnTo>
                <a:cubicBezTo>
                  <a:pt x="4540" y="0"/>
                  <a:pt x="4553" y="3"/>
                  <a:pt x="4566" y="8"/>
                </a:cubicBezTo>
                <a:cubicBezTo>
                  <a:pt x="4579" y="14"/>
                  <a:pt x="4590" y="21"/>
                  <a:pt x="4600" y="31"/>
                </a:cubicBezTo>
                <a:cubicBezTo>
                  <a:pt x="4610" y="41"/>
                  <a:pt x="4618" y="53"/>
                  <a:pt x="4623" y="66"/>
                </a:cubicBezTo>
                <a:cubicBezTo>
                  <a:pt x="4629" y="79"/>
                  <a:pt x="4631" y="92"/>
                  <a:pt x="4631" y="106"/>
                </a:cubicBezTo>
                <a:lnTo>
                  <a:pt x="4631" y="742"/>
                </a:lnTo>
                <a:cubicBezTo>
                  <a:pt x="4631" y="756"/>
                  <a:pt x="4629" y="770"/>
                  <a:pt x="4623" y="783"/>
                </a:cubicBezTo>
                <a:cubicBezTo>
                  <a:pt x="4618" y="796"/>
                  <a:pt x="4610" y="807"/>
                  <a:pt x="4600" y="817"/>
                </a:cubicBezTo>
                <a:cubicBezTo>
                  <a:pt x="4590" y="827"/>
                  <a:pt x="4579" y="835"/>
                  <a:pt x="4566" y="840"/>
                </a:cubicBezTo>
                <a:cubicBezTo>
                  <a:pt x="4553" y="845"/>
                  <a:pt x="4540" y="848"/>
                  <a:pt x="4526" y="848"/>
                </a:cubicBezTo>
                <a:lnTo>
                  <a:pt x="106" y="848"/>
                </a:lnTo>
                <a:cubicBezTo>
                  <a:pt x="92" y="848"/>
                  <a:pt x="78" y="845"/>
                  <a:pt x="65" y="840"/>
                </a:cubicBezTo>
                <a:cubicBezTo>
                  <a:pt x="53" y="835"/>
                  <a:pt x="41" y="827"/>
                  <a:pt x="31" y="817"/>
                </a:cubicBezTo>
                <a:cubicBezTo>
                  <a:pt x="21" y="807"/>
                  <a:pt x="14" y="796"/>
                  <a:pt x="8" y="783"/>
                </a:cubicBezTo>
                <a:cubicBezTo>
                  <a:pt x="3" y="770"/>
                  <a:pt x="0" y="756"/>
                  <a:pt x="0" y="742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281040" y="4843440"/>
            <a:ext cx="1657800" cy="295560"/>
          </a:xfrm>
          <a:custGeom>
            <a:avLst/>
            <a:gdLst/>
            <a:ahLst/>
            <a:rect l="0" t="0" r="r" b="b"/>
            <a:pathLst>
              <a:path w="4605" h="821">
                <a:moveTo>
                  <a:pt x="0" y="728"/>
                </a:moveTo>
                <a:lnTo>
                  <a:pt x="0" y="93"/>
                </a:lnTo>
                <a:cubicBezTo>
                  <a:pt x="0" y="81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4513" y="0"/>
                </a:lnTo>
                <a:cubicBezTo>
                  <a:pt x="4525" y="0"/>
                  <a:pt x="4537" y="2"/>
                  <a:pt x="4548" y="7"/>
                </a:cubicBezTo>
                <a:cubicBezTo>
                  <a:pt x="4559" y="11"/>
                  <a:pt x="4569" y="18"/>
                  <a:pt x="4578" y="27"/>
                </a:cubicBezTo>
                <a:cubicBezTo>
                  <a:pt x="4587" y="35"/>
                  <a:pt x="4593" y="45"/>
                  <a:pt x="4598" y="57"/>
                </a:cubicBezTo>
                <a:cubicBezTo>
                  <a:pt x="4603" y="68"/>
                  <a:pt x="4605" y="81"/>
                  <a:pt x="4605" y="93"/>
                </a:cubicBezTo>
                <a:lnTo>
                  <a:pt x="4605" y="728"/>
                </a:lnTo>
                <a:cubicBezTo>
                  <a:pt x="4605" y="740"/>
                  <a:pt x="4603" y="752"/>
                  <a:pt x="4598" y="764"/>
                </a:cubicBezTo>
                <a:cubicBezTo>
                  <a:pt x="4593" y="775"/>
                  <a:pt x="4587" y="785"/>
                  <a:pt x="4578" y="794"/>
                </a:cubicBezTo>
                <a:cubicBezTo>
                  <a:pt x="4569" y="802"/>
                  <a:pt x="4559" y="809"/>
                  <a:pt x="4548" y="814"/>
                </a:cubicBezTo>
                <a:cubicBezTo>
                  <a:pt x="4537" y="818"/>
                  <a:pt x="4525" y="821"/>
                  <a:pt x="4513" y="821"/>
                </a:cubicBezTo>
                <a:lnTo>
                  <a:pt x="93" y="821"/>
                </a:lnTo>
                <a:cubicBezTo>
                  <a:pt x="81" y="821"/>
                  <a:pt x="69" y="818"/>
                  <a:pt x="58" y="814"/>
                </a:cubicBezTo>
                <a:cubicBezTo>
                  <a:pt x="46" y="809"/>
                  <a:pt x="36" y="802"/>
                  <a:pt x="28" y="794"/>
                </a:cubicBezTo>
                <a:cubicBezTo>
                  <a:pt x="19" y="785"/>
                  <a:pt x="12" y="775"/>
                  <a:pt x="7" y="764"/>
                </a:cubicBezTo>
                <a:cubicBezTo>
                  <a:pt x="3" y="752"/>
                  <a:pt x="0" y="740"/>
                  <a:pt x="0" y="728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457200" y="4827600"/>
            <a:ext cx="281412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Sintaxis pesada: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332520" y="4862160"/>
            <a:ext cx="1549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${array[@]}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267160" y="4838400"/>
            <a:ext cx="400320" cy="305280"/>
          </a:xfrm>
          <a:custGeom>
            <a:avLst/>
            <a:gdLst/>
            <a:ahLst/>
            <a:rect l="0" t="0" r="r" b="b"/>
            <a:pathLst>
              <a:path w="1112" h="848">
                <a:moveTo>
                  <a:pt x="0" y="742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006" y="0"/>
                </a:lnTo>
                <a:cubicBezTo>
                  <a:pt x="1020" y="0"/>
                  <a:pt x="1034" y="3"/>
                  <a:pt x="1047" y="8"/>
                </a:cubicBezTo>
                <a:cubicBezTo>
                  <a:pt x="1060" y="14"/>
                  <a:pt x="1071" y="21"/>
                  <a:pt x="1081" y="31"/>
                </a:cubicBezTo>
                <a:cubicBezTo>
                  <a:pt x="1091" y="41"/>
                  <a:pt x="1099" y="53"/>
                  <a:pt x="1104" y="66"/>
                </a:cubicBezTo>
                <a:cubicBezTo>
                  <a:pt x="1110" y="79"/>
                  <a:pt x="1112" y="92"/>
                  <a:pt x="1112" y="106"/>
                </a:cubicBezTo>
                <a:lnTo>
                  <a:pt x="1112" y="742"/>
                </a:lnTo>
                <a:cubicBezTo>
                  <a:pt x="1112" y="756"/>
                  <a:pt x="1110" y="770"/>
                  <a:pt x="1104" y="783"/>
                </a:cubicBezTo>
                <a:cubicBezTo>
                  <a:pt x="1099" y="796"/>
                  <a:pt x="1091" y="807"/>
                  <a:pt x="1081" y="817"/>
                </a:cubicBezTo>
                <a:cubicBezTo>
                  <a:pt x="1071" y="827"/>
                  <a:pt x="1060" y="835"/>
                  <a:pt x="1047" y="840"/>
                </a:cubicBezTo>
                <a:cubicBezTo>
                  <a:pt x="1034" y="845"/>
                  <a:pt x="1020" y="848"/>
                  <a:pt x="1006" y="848"/>
                </a:cubicBezTo>
                <a:lnTo>
                  <a:pt x="106" y="848"/>
                </a:lnTo>
                <a:cubicBezTo>
                  <a:pt x="92" y="848"/>
                  <a:pt x="78" y="845"/>
                  <a:pt x="65" y="840"/>
                </a:cubicBezTo>
                <a:cubicBezTo>
                  <a:pt x="52" y="835"/>
                  <a:pt x="41" y="827"/>
                  <a:pt x="31" y="817"/>
                </a:cubicBezTo>
                <a:cubicBezTo>
                  <a:pt x="21" y="807"/>
                  <a:pt x="13" y="796"/>
                  <a:pt x="8" y="783"/>
                </a:cubicBezTo>
                <a:cubicBezTo>
                  <a:pt x="3" y="770"/>
                  <a:pt x="0" y="756"/>
                  <a:pt x="0" y="742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271840" y="4843440"/>
            <a:ext cx="390960" cy="295560"/>
          </a:xfrm>
          <a:custGeom>
            <a:avLst/>
            <a:gdLst/>
            <a:ahLst/>
            <a:rect l="0" t="0" r="r" b="b"/>
            <a:pathLst>
              <a:path w="1086" h="821">
                <a:moveTo>
                  <a:pt x="0" y="728"/>
                </a:moveTo>
                <a:lnTo>
                  <a:pt x="0" y="93"/>
                </a:lnTo>
                <a:cubicBezTo>
                  <a:pt x="0" y="81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992" y="0"/>
                </a:lnTo>
                <a:cubicBezTo>
                  <a:pt x="1005" y="0"/>
                  <a:pt x="1016" y="2"/>
                  <a:pt x="1028" y="7"/>
                </a:cubicBezTo>
                <a:cubicBezTo>
                  <a:pt x="1039" y="11"/>
                  <a:pt x="1049" y="18"/>
                  <a:pt x="1058" y="27"/>
                </a:cubicBezTo>
                <a:cubicBezTo>
                  <a:pt x="1067" y="35"/>
                  <a:pt x="1073" y="45"/>
                  <a:pt x="1079" y="57"/>
                </a:cubicBezTo>
                <a:cubicBezTo>
                  <a:pt x="1084" y="68"/>
                  <a:pt x="1086" y="81"/>
                  <a:pt x="1086" y="93"/>
                </a:cubicBezTo>
                <a:lnTo>
                  <a:pt x="1086" y="728"/>
                </a:lnTo>
                <a:cubicBezTo>
                  <a:pt x="1086" y="740"/>
                  <a:pt x="1084" y="752"/>
                  <a:pt x="1079" y="764"/>
                </a:cubicBezTo>
                <a:cubicBezTo>
                  <a:pt x="1073" y="775"/>
                  <a:pt x="1067" y="785"/>
                  <a:pt x="1058" y="794"/>
                </a:cubicBezTo>
                <a:cubicBezTo>
                  <a:pt x="1049" y="802"/>
                  <a:pt x="1039" y="809"/>
                  <a:pt x="1028" y="814"/>
                </a:cubicBezTo>
                <a:cubicBezTo>
                  <a:pt x="1016" y="818"/>
                  <a:pt x="1005" y="821"/>
                  <a:pt x="992" y="821"/>
                </a:cubicBezTo>
                <a:lnTo>
                  <a:pt x="93" y="821"/>
                </a:lnTo>
                <a:cubicBezTo>
                  <a:pt x="81" y="821"/>
                  <a:pt x="69" y="818"/>
                  <a:pt x="57" y="814"/>
                </a:cubicBezTo>
                <a:cubicBezTo>
                  <a:pt x="46" y="809"/>
                  <a:pt x="36" y="802"/>
                  <a:pt x="27" y="794"/>
                </a:cubicBezTo>
                <a:cubicBezTo>
                  <a:pt x="19" y="785"/>
                  <a:pt x="12" y="775"/>
                  <a:pt x="7" y="764"/>
                </a:cubicBezTo>
                <a:cubicBezTo>
                  <a:pt x="3" y="752"/>
                  <a:pt x="0" y="740"/>
                  <a:pt x="0" y="728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938840" y="4827600"/>
            <a:ext cx="33156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5327640" y="4862160"/>
            <a:ext cx="2811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do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790560" y="5257440"/>
            <a:ext cx="676440" cy="305280"/>
          </a:xfrm>
          <a:custGeom>
            <a:avLst/>
            <a:gdLst/>
            <a:ahLst/>
            <a:rect l="0" t="0" r="r" b="b"/>
            <a:pathLst>
              <a:path w="1879" h="848">
                <a:moveTo>
                  <a:pt x="0" y="742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1773" y="0"/>
                </a:lnTo>
                <a:cubicBezTo>
                  <a:pt x="1787" y="0"/>
                  <a:pt x="1801" y="3"/>
                  <a:pt x="1814" y="9"/>
                </a:cubicBezTo>
                <a:cubicBezTo>
                  <a:pt x="1827" y="14"/>
                  <a:pt x="1838" y="22"/>
                  <a:pt x="1848" y="31"/>
                </a:cubicBezTo>
                <a:cubicBezTo>
                  <a:pt x="1858" y="41"/>
                  <a:pt x="1866" y="53"/>
                  <a:pt x="1871" y="66"/>
                </a:cubicBezTo>
                <a:cubicBezTo>
                  <a:pt x="1876" y="79"/>
                  <a:pt x="1879" y="92"/>
                  <a:pt x="1879" y="106"/>
                </a:cubicBezTo>
                <a:lnTo>
                  <a:pt x="1879" y="742"/>
                </a:lnTo>
                <a:cubicBezTo>
                  <a:pt x="1879" y="756"/>
                  <a:pt x="1876" y="770"/>
                  <a:pt x="1871" y="783"/>
                </a:cubicBezTo>
                <a:cubicBezTo>
                  <a:pt x="1866" y="796"/>
                  <a:pt x="1858" y="807"/>
                  <a:pt x="1848" y="817"/>
                </a:cubicBezTo>
                <a:cubicBezTo>
                  <a:pt x="1838" y="827"/>
                  <a:pt x="1827" y="835"/>
                  <a:pt x="1814" y="840"/>
                </a:cubicBezTo>
                <a:cubicBezTo>
                  <a:pt x="1801" y="845"/>
                  <a:pt x="1787" y="848"/>
                  <a:pt x="1773" y="848"/>
                </a:cubicBezTo>
                <a:lnTo>
                  <a:pt x="105" y="848"/>
                </a:lnTo>
                <a:cubicBezTo>
                  <a:pt x="91" y="848"/>
                  <a:pt x="78" y="845"/>
                  <a:pt x="65" y="840"/>
                </a:cubicBezTo>
                <a:cubicBezTo>
                  <a:pt x="52" y="835"/>
                  <a:pt x="40" y="827"/>
                  <a:pt x="31" y="817"/>
                </a:cubicBezTo>
                <a:cubicBezTo>
                  <a:pt x="21" y="807"/>
                  <a:pt x="13" y="796"/>
                  <a:pt x="8" y="783"/>
                </a:cubicBezTo>
                <a:cubicBezTo>
                  <a:pt x="2" y="770"/>
                  <a:pt x="0" y="756"/>
                  <a:pt x="0" y="742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795240" y="5262480"/>
            <a:ext cx="667080" cy="295560"/>
          </a:xfrm>
          <a:custGeom>
            <a:avLst/>
            <a:gdLst/>
            <a:ahLst/>
            <a:rect l="0" t="0" r="r" b="b"/>
            <a:pathLst>
              <a:path w="1853" h="821">
                <a:moveTo>
                  <a:pt x="0" y="72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1760" y="0"/>
                </a:lnTo>
                <a:cubicBezTo>
                  <a:pt x="1773" y="0"/>
                  <a:pt x="1784" y="2"/>
                  <a:pt x="1796" y="7"/>
                </a:cubicBezTo>
                <a:cubicBezTo>
                  <a:pt x="1807" y="11"/>
                  <a:pt x="1817" y="18"/>
                  <a:pt x="1826" y="27"/>
                </a:cubicBezTo>
                <a:cubicBezTo>
                  <a:pt x="1834" y="36"/>
                  <a:pt x="1841" y="46"/>
                  <a:pt x="1846" y="57"/>
                </a:cubicBezTo>
                <a:cubicBezTo>
                  <a:pt x="1851" y="68"/>
                  <a:pt x="1853" y="80"/>
                  <a:pt x="1853" y="92"/>
                </a:cubicBezTo>
                <a:lnTo>
                  <a:pt x="1853" y="728"/>
                </a:lnTo>
                <a:cubicBezTo>
                  <a:pt x="1853" y="741"/>
                  <a:pt x="1851" y="752"/>
                  <a:pt x="1846" y="764"/>
                </a:cubicBezTo>
                <a:cubicBezTo>
                  <a:pt x="1841" y="775"/>
                  <a:pt x="1834" y="785"/>
                  <a:pt x="1826" y="794"/>
                </a:cubicBezTo>
                <a:cubicBezTo>
                  <a:pt x="1817" y="802"/>
                  <a:pt x="1807" y="809"/>
                  <a:pt x="1796" y="814"/>
                </a:cubicBezTo>
                <a:cubicBezTo>
                  <a:pt x="1784" y="819"/>
                  <a:pt x="1773" y="821"/>
                  <a:pt x="1760" y="821"/>
                </a:cubicBezTo>
                <a:lnTo>
                  <a:pt x="92" y="821"/>
                </a:lnTo>
                <a:cubicBezTo>
                  <a:pt x="80" y="821"/>
                  <a:pt x="68" y="819"/>
                  <a:pt x="57" y="814"/>
                </a:cubicBezTo>
                <a:cubicBezTo>
                  <a:pt x="46" y="809"/>
                  <a:pt x="36" y="802"/>
                  <a:pt x="27" y="794"/>
                </a:cubicBezTo>
                <a:cubicBezTo>
                  <a:pt x="18" y="785"/>
                  <a:pt x="12" y="775"/>
                  <a:pt x="7" y="764"/>
                </a:cubicBezTo>
                <a:cubicBezTo>
                  <a:pt x="2" y="752"/>
                  <a:pt x="0" y="741"/>
                  <a:pt x="0" y="728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57200" y="5246640"/>
            <a:ext cx="33156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/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215040" y="2662200"/>
            <a:ext cx="5515200" cy="1962360"/>
          </a:xfrm>
          <a:custGeom>
            <a:avLst/>
            <a:gdLst/>
            <a:ahLst/>
            <a:rect l="0" t="0" r="r" b="b"/>
            <a:pathLst>
              <a:path w="15320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3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5253"/>
                </a:lnTo>
                <a:cubicBezTo>
                  <a:pt x="15320" y="5266"/>
                  <a:pt x="15319" y="5279"/>
                  <a:pt x="15316" y="5291"/>
                </a:cubicBezTo>
                <a:cubicBezTo>
                  <a:pt x="15314" y="5304"/>
                  <a:pt x="15310" y="5316"/>
                  <a:pt x="15305" y="5329"/>
                </a:cubicBezTo>
                <a:cubicBezTo>
                  <a:pt x="15300" y="5341"/>
                  <a:pt x="15294" y="5352"/>
                  <a:pt x="15286" y="5363"/>
                </a:cubicBezTo>
                <a:cubicBezTo>
                  <a:pt x="15279" y="5374"/>
                  <a:pt x="15271" y="5384"/>
                  <a:pt x="15262" y="5393"/>
                </a:cubicBezTo>
                <a:cubicBezTo>
                  <a:pt x="15253" y="5402"/>
                  <a:pt x="15243" y="5410"/>
                  <a:pt x="15232" y="5418"/>
                </a:cubicBezTo>
                <a:cubicBezTo>
                  <a:pt x="15221" y="5425"/>
                  <a:pt x="15209" y="5431"/>
                  <a:pt x="15197" y="5436"/>
                </a:cubicBezTo>
                <a:cubicBezTo>
                  <a:pt x="15185" y="5441"/>
                  <a:pt x="15173" y="5445"/>
                  <a:pt x="15160" y="5447"/>
                </a:cubicBezTo>
                <a:cubicBezTo>
                  <a:pt x="15147" y="5450"/>
                  <a:pt x="15135" y="5451"/>
                  <a:pt x="15121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0"/>
                  <a:pt x="67" y="5402"/>
                  <a:pt x="58" y="5393"/>
                </a:cubicBezTo>
                <a:cubicBezTo>
                  <a:pt x="48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6"/>
                  <a:pt x="6" y="5304"/>
                  <a:pt x="3" y="5291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6215040" y="2662200"/>
            <a:ext cx="5515200" cy="1962360"/>
          </a:xfrm>
          <a:custGeom>
            <a:avLst/>
            <a:gdLst/>
            <a:ahLst/>
            <a:rect l="0" t="0" r="r" b="b"/>
            <a:pathLst>
              <a:path w="15320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3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5253"/>
                </a:lnTo>
                <a:cubicBezTo>
                  <a:pt x="15320" y="5266"/>
                  <a:pt x="15319" y="5279"/>
                  <a:pt x="15316" y="5291"/>
                </a:cubicBezTo>
                <a:cubicBezTo>
                  <a:pt x="15314" y="5304"/>
                  <a:pt x="15310" y="5316"/>
                  <a:pt x="15305" y="5329"/>
                </a:cubicBezTo>
                <a:cubicBezTo>
                  <a:pt x="15300" y="5341"/>
                  <a:pt x="15294" y="5352"/>
                  <a:pt x="15286" y="5363"/>
                </a:cubicBezTo>
                <a:cubicBezTo>
                  <a:pt x="15279" y="5374"/>
                  <a:pt x="15271" y="5384"/>
                  <a:pt x="15262" y="5393"/>
                </a:cubicBezTo>
                <a:cubicBezTo>
                  <a:pt x="15253" y="5402"/>
                  <a:pt x="15243" y="5410"/>
                  <a:pt x="15232" y="5418"/>
                </a:cubicBezTo>
                <a:cubicBezTo>
                  <a:pt x="15221" y="5425"/>
                  <a:pt x="15209" y="5431"/>
                  <a:pt x="15197" y="5436"/>
                </a:cubicBezTo>
                <a:cubicBezTo>
                  <a:pt x="15185" y="5441"/>
                  <a:pt x="15173" y="5445"/>
                  <a:pt x="15160" y="5447"/>
                </a:cubicBezTo>
                <a:cubicBezTo>
                  <a:pt x="15147" y="5450"/>
                  <a:pt x="15135" y="5451"/>
                  <a:pt x="15121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0"/>
                  <a:pt x="67" y="5402"/>
                  <a:pt x="58" y="5393"/>
                </a:cubicBezTo>
                <a:cubicBezTo>
                  <a:pt x="48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6"/>
                  <a:pt x="6" y="5304"/>
                  <a:pt x="3" y="5291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846000" y="5281200"/>
            <a:ext cx="563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done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6210360" y="2170080"/>
            <a:ext cx="662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60a5fa"/>
                </a:solidFill>
                <a:latin typeface="Courier New"/>
                <a:ea typeface="Courier New"/>
              </a:rPr>
              <a:t>Fish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6372360" y="2901240"/>
            <a:ext cx="2545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 extensiones js py ts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372360" y="3558600"/>
            <a:ext cx="2440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for ext in $extensiones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372360" y="3891960"/>
            <a:ext cx="2864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"Procesando: $ext"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6372360" y="421596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9591480" y="4829040"/>
            <a:ext cx="1553040" cy="257400"/>
          </a:xfrm>
          <a:custGeom>
            <a:avLst/>
            <a:gdLst/>
            <a:ahLst/>
            <a:rect l="0" t="0" r="r" b="b"/>
            <a:pathLst>
              <a:path w="4314" h="715">
                <a:moveTo>
                  <a:pt x="0" y="60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208" y="0"/>
                </a:lnTo>
                <a:cubicBezTo>
                  <a:pt x="4222" y="0"/>
                  <a:pt x="4235" y="3"/>
                  <a:pt x="4248" y="8"/>
                </a:cubicBezTo>
                <a:cubicBezTo>
                  <a:pt x="4261" y="13"/>
                  <a:pt x="4273" y="21"/>
                  <a:pt x="4283" y="31"/>
                </a:cubicBezTo>
                <a:cubicBezTo>
                  <a:pt x="4293" y="41"/>
                  <a:pt x="4300" y="52"/>
                  <a:pt x="4306" y="65"/>
                </a:cubicBezTo>
                <a:cubicBezTo>
                  <a:pt x="4311" y="78"/>
                  <a:pt x="4314" y="92"/>
                  <a:pt x="4314" y="106"/>
                </a:cubicBezTo>
                <a:lnTo>
                  <a:pt x="4314" y="609"/>
                </a:lnTo>
                <a:cubicBezTo>
                  <a:pt x="4314" y="623"/>
                  <a:pt x="4311" y="637"/>
                  <a:pt x="4306" y="650"/>
                </a:cubicBezTo>
                <a:cubicBezTo>
                  <a:pt x="4300" y="663"/>
                  <a:pt x="4293" y="674"/>
                  <a:pt x="4283" y="684"/>
                </a:cubicBezTo>
                <a:cubicBezTo>
                  <a:pt x="4273" y="694"/>
                  <a:pt x="4261" y="702"/>
                  <a:pt x="4248" y="707"/>
                </a:cubicBezTo>
                <a:cubicBezTo>
                  <a:pt x="4235" y="713"/>
                  <a:pt x="4222" y="715"/>
                  <a:pt x="4208" y="715"/>
                </a:cubicBezTo>
                <a:lnTo>
                  <a:pt x="106" y="715"/>
                </a:lnTo>
                <a:cubicBezTo>
                  <a:pt x="92" y="715"/>
                  <a:pt x="78" y="713"/>
                  <a:pt x="65" y="707"/>
                </a:cubicBezTo>
                <a:cubicBezTo>
                  <a:pt x="52" y="702"/>
                  <a:pt x="41" y="694"/>
                  <a:pt x="31" y="684"/>
                </a:cubicBezTo>
                <a:cubicBezTo>
                  <a:pt x="21" y="674"/>
                  <a:pt x="13" y="663"/>
                  <a:pt x="8" y="650"/>
                </a:cubicBezTo>
                <a:cubicBezTo>
                  <a:pt x="3" y="637"/>
                  <a:pt x="0" y="623"/>
                  <a:pt x="0" y="60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9596160" y="4833720"/>
            <a:ext cx="1543680" cy="248040"/>
          </a:xfrm>
          <a:custGeom>
            <a:avLst/>
            <a:gdLst/>
            <a:ahLst/>
            <a:rect l="0" t="0" r="r" b="b"/>
            <a:pathLst>
              <a:path w="4288" h="689">
                <a:moveTo>
                  <a:pt x="0" y="595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4195" y="0"/>
                </a:lnTo>
                <a:cubicBezTo>
                  <a:pt x="4207" y="0"/>
                  <a:pt x="4219" y="2"/>
                  <a:pt x="4230" y="7"/>
                </a:cubicBezTo>
                <a:cubicBezTo>
                  <a:pt x="4242" y="12"/>
                  <a:pt x="4252" y="19"/>
                  <a:pt x="4260" y="27"/>
                </a:cubicBezTo>
                <a:cubicBezTo>
                  <a:pt x="4269" y="36"/>
                  <a:pt x="4276" y="46"/>
                  <a:pt x="4280" y="57"/>
                </a:cubicBezTo>
                <a:cubicBezTo>
                  <a:pt x="4285" y="69"/>
                  <a:pt x="4288" y="80"/>
                  <a:pt x="4288" y="93"/>
                </a:cubicBezTo>
                <a:lnTo>
                  <a:pt x="4288" y="595"/>
                </a:lnTo>
                <a:cubicBezTo>
                  <a:pt x="4288" y="608"/>
                  <a:pt x="4285" y="620"/>
                  <a:pt x="4280" y="631"/>
                </a:cubicBezTo>
                <a:cubicBezTo>
                  <a:pt x="4276" y="642"/>
                  <a:pt x="4269" y="652"/>
                  <a:pt x="4260" y="662"/>
                </a:cubicBezTo>
                <a:cubicBezTo>
                  <a:pt x="4252" y="671"/>
                  <a:pt x="4242" y="677"/>
                  <a:pt x="4230" y="682"/>
                </a:cubicBezTo>
                <a:cubicBezTo>
                  <a:pt x="4219" y="687"/>
                  <a:pt x="4207" y="689"/>
                  <a:pt x="4195" y="689"/>
                </a:cubicBezTo>
                <a:lnTo>
                  <a:pt x="93" y="689"/>
                </a:lnTo>
                <a:cubicBezTo>
                  <a:pt x="81" y="689"/>
                  <a:pt x="69" y="687"/>
                  <a:pt x="57" y="682"/>
                </a:cubicBezTo>
                <a:cubicBezTo>
                  <a:pt x="46" y="677"/>
                  <a:pt x="36" y="671"/>
                  <a:pt x="27" y="662"/>
                </a:cubicBezTo>
                <a:cubicBezTo>
                  <a:pt x="19" y="652"/>
                  <a:pt x="12" y="642"/>
                  <a:pt x="7" y="631"/>
                </a:cubicBezTo>
                <a:cubicBezTo>
                  <a:pt x="3" y="620"/>
                  <a:pt x="0" y="608"/>
                  <a:pt x="0" y="595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6210360" y="4814640"/>
            <a:ext cx="33793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Las listas son nativas: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9647640" y="4843800"/>
            <a:ext cx="1437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$extensiones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1141280" y="4814640"/>
            <a:ext cx="421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ya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210360" y="5157360"/>
            <a:ext cx="168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es una lista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771960" y="5600520"/>
            <a:ext cx="1429200" cy="257400"/>
          </a:xfrm>
          <a:custGeom>
            <a:avLst/>
            <a:gdLst/>
            <a:ahLst/>
            <a:rect l="0" t="0" r="r" b="b"/>
            <a:pathLst>
              <a:path w="3970" h="715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864" y="0"/>
                </a:lnTo>
                <a:cubicBezTo>
                  <a:pt x="3878" y="0"/>
                  <a:pt x="3892" y="3"/>
                  <a:pt x="3905" y="8"/>
                </a:cubicBezTo>
                <a:cubicBezTo>
                  <a:pt x="3918" y="13"/>
                  <a:pt x="3929" y="21"/>
                  <a:pt x="3939" y="31"/>
                </a:cubicBezTo>
                <a:cubicBezTo>
                  <a:pt x="3949" y="41"/>
                  <a:pt x="3957" y="52"/>
                  <a:pt x="3962" y="65"/>
                </a:cubicBezTo>
                <a:cubicBezTo>
                  <a:pt x="3967" y="78"/>
                  <a:pt x="3970" y="92"/>
                  <a:pt x="3970" y="106"/>
                </a:cubicBezTo>
                <a:lnTo>
                  <a:pt x="3970" y="610"/>
                </a:lnTo>
                <a:cubicBezTo>
                  <a:pt x="3970" y="624"/>
                  <a:pt x="3967" y="637"/>
                  <a:pt x="3962" y="650"/>
                </a:cubicBezTo>
                <a:cubicBezTo>
                  <a:pt x="3957" y="663"/>
                  <a:pt x="3949" y="674"/>
                  <a:pt x="3939" y="684"/>
                </a:cubicBezTo>
                <a:cubicBezTo>
                  <a:pt x="3929" y="694"/>
                  <a:pt x="3918" y="702"/>
                  <a:pt x="3905" y="707"/>
                </a:cubicBezTo>
                <a:cubicBezTo>
                  <a:pt x="3892" y="713"/>
                  <a:pt x="3878" y="715"/>
                  <a:pt x="3864" y="715"/>
                </a:cubicBezTo>
                <a:lnTo>
                  <a:pt x="106" y="715"/>
                </a:lnTo>
                <a:cubicBezTo>
                  <a:pt x="92" y="715"/>
                  <a:pt x="79" y="713"/>
                  <a:pt x="66" y="707"/>
                </a:cubicBezTo>
                <a:cubicBezTo>
                  <a:pt x="53" y="702"/>
                  <a:pt x="41" y="694"/>
                  <a:pt x="31" y="684"/>
                </a:cubicBezTo>
                <a:cubicBezTo>
                  <a:pt x="21" y="674"/>
                  <a:pt x="14" y="663"/>
                  <a:pt x="8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6777000" y="5605200"/>
            <a:ext cx="1419480" cy="248040"/>
          </a:xfrm>
          <a:custGeom>
            <a:avLst/>
            <a:gdLst/>
            <a:ahLst/>
            <a:rect l="0" t="0" r="r" b="b"/>
            <a:pathLst>
              <a:path w="3943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3850" y="0"/>
                </a:lnTo>
                <a:cubicBezTo>
                  <a:pt x="3863" y="0"/>
                  <a:pt x="3874" y="3"/>
                  <a:pt x="3886" y="7"/>
                </a:cubicBezTo>
                <a:cubicBezTo>
                  <a:pt x="3897" y="12"/>
                  <a:pt x="3907" y="19"/>
                  <a:pt x="3916" y="27"/>
                </a:cubicBezTo>
                <a:cubicBezTo>
                  <a:pt x="3924" y="36"/>
                  <a:pt x="3931" y="46"/>
                  <a:pt x="3936" y="57"/>
                </a:cubicBezTo>
                <a:cubicBezTo>
                  <a:pt x="3941" y="69"/>
                  <a:pt x="3943" y="81"/>
                  <a:pt x="3943" y="93"/>
                </a:cubicBezTo>
                <a:lnTo>
                  <a:pt x="3943" y="597"/>
                </a:lnTo>
                <a:cubicBezTo>
                  <a:pt x="3943" y="609"/>
                  <a:pt x="3941" y="621"/>
                  <a:pt x="3936" y="632"/>
                </a:cubicBezTo>
                <a:cubicBezTo>
                  <a:pt x="3931" y="643"/>
                  <a:pt x="3924" y="653"/>
                  <a:pt x="3916" y="662"/>
                </a:cubicBezTo>
                <a:cubicBezTo>
                  <a:pt x="3907" y="671"/>
                  <a:pt x="3897" y="677"/>
                  <a:pt x="3886" y="682"/>
                </a:cubicBezTo>
                <a:cubicBezTo>
                  <a:pt x="3874" y="687"/>
                  <a:pt x="3863" y="689"/>
                  <a:pt x="3850" y="689"/>
                </a:cubicBezTo>
                <a:lnTo>
                  <a:pt x="92" y="689"/>
                </a:lnTo>
                <a:cubicBezTo>
                  <a:pt x="80" y="689"/>
                  <a:pt x="68" y="687"/>
                  <a:pt x="57" y="682"/>
                </a:cubicBezTo>
                <a:cubicBezTo>
                  <a:pt x="45" y="677"/>
                  <a:pt x="35" y="671"/>
                  <a:pt x="27" y="662"/>
                </a:cubicBezTo>
                <a:cubicBezTo>
                  <a:pt x="18" y="653"/>
                  <a:pt x="11" y="643"/>
                  <a:pt x="7" y="632"/>
                </a:cubicBezTo>
                <a:cubicBezTo>
                  <a:pt x="2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6210360" y="5586120"/>
            <a:ext cx="563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Sin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831000" y="5615280"/>
            <a:ext cx="1317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${array[@]}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9048600" y="5600520"/>
            <a:ext cx="352800" cy="257400"/>
          </a:xfrm>
          <a:custGeom>
            <a:avLst/>
            <a:gdLst/>
            <a:ahLst/>
            <a:rect l="0" t="0" r="r" b="b"/>
            <a:pathLst>
              <a:path w="980" h="715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74" y="0"/>
                </a:lnTo>
                <a:cubicBezTo>
                  <a:pt x="888" y="0"/>
                  <a:pt x="902" y="3"/>
                  <a:pt x="915" y="8"/>
                </a:cubicBezTo>
                <a:cubicBezTo>
                  <a:pt x="928" y="13"/>
                  <a:pt x="939" y="21"/>
                  <a:pt x="949" y="31"/>
                </a:cubicBezTo>
                <a:cubicBezTo>
                  <a:pt x="959" y="41"/>
                  <a:pt x="966" y="52"/>
                  <a:pt x="972" y="65"/>
                </a:cubicBezTo>
                <a:cubicBezTo>
                  <a:pt x="977" y="78"/>
                  <a:pt x="980" y="92"/>
                  <a:pt x="980" y="106"/>
                </a:cubicBezTo>
                <a:lnTo>
                  <a:pt x="980" y="610"/>
                </a:lnTo>
                <a:cubicBezTo>
                  <a:pt x="980" y="624"/>
                  <a:pt x="977" y="637"/>
                  <a:pt x="972" y="650"/>
                </a:cubicBezTo>
                <a:cubicBezTo>
                  <a:pt x="966" y="663"/>
                  <a:pt x="959" y="674"/>
                  <a:pt x="949" y="684"/>
                </a:cubicBezTo>
                <a:cubicBezTo>
                  <a:pt x="939" y="694"/>
                  <a:pt x="928" y="702"/>
                  <a:pt x="915" y="707"/>
                </a:cubicBezTo>
                <a:cubicBezTo>
                  <a:pt x="902" y="713"/>
                  <a:pt x="888" y="715"/>
                  <a:pt x="874" y="715"/>
                </a:cubicBezTo>
                <a:lnTo>
                  <a:pt x="106" y="715"/>
                </a:lnTo>
                <a:cubicBezTo>
                  <a:pt x="92" y="715"/>
                  <a:pt x="78" y="713"/>
                  <a:pt x="65" y="707"/>
                </a:cubicBezTo>
                <a:cubicBezTo>
                  <a:pt x="52" y="702"/>
                  <a:pt x="41" y="694"/>
                  <a:pt x="31" y="684"/>
                </a:cubicBezTo>
                <a:cubicBezTo>
                  <a:pt x="21" y="674"/>
                  <a:pt x="13" y="663"/>
                  <a:pt x="8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9053280" y="5605200"/>
            <a:ext cx="343440" cy="248040"/>
          </a:xfrm>
          <a:custGeom>
            <a:avLst/>
            <a:gdLst/>
            <a:ahLst/>
            <a:rect l="0" t="0" r="r" b="b"/>
            <a:pathLst>
              <a:path w="954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4" y="0"/>
                </a:cubicBezTo>
                <a:lnTo>
                  <a:pt x="861" y="0"/>
                </a:lnTo>
                <a:cubicBezTo>
                  <a:pt x="873" y="0"/>
                  <a:pt x="885" y="3"/>
                  <a:pt x="896" y="7"/>
                </a:cubicBezTo>
                <a:cubicBezTo>
                  <a:pt x="908" y="12"/>
                  <a:pt x="918" y="19"/>
                  <a:pt x="927" y="27"/>
                </a:cubicBezTo>
                <a:cubicBezTo>
                  <a:pt x="935" y="36"/>
                  <a:pt x="942" y="46"/>
                  <a:pt x="947" y="57"/>
                </a:cubicBezTo>
                <a:cubicBezTo>
                  <a:pt x="951" y="69"/>
                  <a:pt x="954" y="81"/>
                  <a:pt x="954" y="93"/>
                </a:cubicBezTo>
                <a:lnTo>
                  <a:pt x="954" y="597"/>
                </a:lnTo>
                <a:cubicBezTo>
                  <a:pt x="954" y="609"/>
                  <a:pt x="951" y="621"/>
                  <a:pt x="947" y="632"/>
                </a:cubicBezTo>
                <a:cubicBezTo>
                  <a:pt x="942" y="643"/>
                  <a:pt x="935" y="653"/>
                  <a:pt x="927" y="662"/>
                </a:cubicBezTo>
                <a:cubicBezTo>
                  <a:pt x="918" y="671"/>
                  <a:pt x="908" y="677"/>
                  <a:pt x="896" y="682"/>
                </a:cubicBezTo>
                <a:cubicBezTo>
                  <a:pt x="885" y="687"/>
                  <a:pt x="873" y="689"/>
                  <a:pt x="861" y="689"/>
                </a:cubicBezTo>
                <a:lnTo>
                  <a:pt x="94" y="689"/>
                </a:lnTo>
                <a:cubicBezTo>
                  <a:pt x="81" y="689"/>
                  <a:pt x="69" y="687"/>
                  <a:pt x="57" y="682"/>
                </a:cubicBezTo>
                <a:cubicBezTo>
                  <a:pt x="46" y="677"/>
                  <a:pt x="36" y="671"/>
                  <a:pt x="27" y="662"/>
                </a:cubicBezTo>
                <a:cubicBezTo>
                  <a:pt x="19" y="653"/>
                  <a:pt x="12" y="643"/>
                  <a:pt x="7" y="632"/>
                </a:cubicBezTo>
                <a:cubicBezTo>
                  <a:pt x="2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8204760" y="5586120"/>
            <a:ext cx="844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, sin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106920" y="5615280"/>
            <a:ext cx="240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do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9829440" y="5600520"/>
            <a:ext cx="591120" cy="257400"/>
          </a:xfrm>
          <a:custGeom>
            <a:avLst/>
            <a:gdLst/>
            <a:ahLst/>
            <a:rect l="0" t="0" r="r" b="b"/>
            <a:pathLst>
              <a:path w="1642" h="715">
                <a:moveTo>
                  <a:pt x="0" y="610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536" y="0"/>
                </a:lnTo>
                <a:cubicBezTo>
                  <a:pt x="1550" y="0"/>
                  <a:pt x="1564" y="3"/>
                  <a:pt x="1577" y="8"/>
                </a:cubicBezTo>
                <a:cubicBezTo>
                  <a:pt x="1590" y="13"/>
                  <a:pt x="1601" y="21"/>
                  <a:pt x="1611" y="31"/>
                </a:cubicBezTo>
                <a:cubicBezTo>
                  <a:pt x="1621" y="41"/>
                  <a:pt x="1628" y="52"/>
                  <a:pt x="1634" y="65"/>
                </a:cubicBezTo>
                <a:cubicBezTo>
                  <a:pt x="1639" y="78"/>
                  <a:pt x="1642" y="92"/>
                  <a:pt x="1642" y="106"/>
                </a:cubicBezTo>
                <a:lnTo>
                  <a:pt x="1642" y="610"/>
                </a:lnTo>
                <a:cubicBezTo>
                  <a:pt x="1642" y="624"/>
                  <a:pt x="1639" y="637"/>
                  <a:pt x="1634" y="650"/>
                </a:cubicBezTo>
                <a:cubicBezTo>
                  <a:pt x="1628" y="663"/>
                  <a:pt x="1621" y="674"/>
                  <a:pt x="1611" y="684"/>
                </a:cubicBezTo>
                <a:cubicBezTo>
                  <a:pt x="1601" y="694"/>
                  <a:pt x="1590" y="702"/>
                  <a:pt x="1577" y="707"/>
                </a:cubicBezTo>
                <a:cubicBezTo>
                  <a:pt x="1564" y="713"/>
                  <a:pt x="1550" y="715"/>
                  <a:pt x="1536" y="715"/>
                </a:cubicBezTo>
                <a:lnTo>
                  <a:pt x="106" y="715"/>
                </a:lnTo>
                <a:cubicBezTo>
                  <a:pt x="92" y="715"/>
                  <a:pt x="79" y="713"/>
                  <a:pt x="66" y="707"/>
                </a:cubicBezTo>
                <a:cubicBezTo>
                  <a:pt x="53" y="702"/>
                  <a:pt x="41" y="694"/>
                  <a:pt x="31" y="684"/>
                </a:cubicBezTo>
                <a:cubicBezTo>
                  <a:pt x="22" y="674"/>
                  <a:pt x="14" y="663"/>
                  <a:pt x="9" y="650"/>
                </a:cubicBezTo>
                <a:cubicBezTo>
                  <a:pt x="3" y="637"/>
                  <a:pt x="0" y="624"/>
                  <a:pt x="0" y="61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9834480" y="5605200"/>
            <a:ext cx="581400" cy="248040"/>
          </a:xfrm>
          <a:custGeom>
            <a:avLst/>
            <a:gdLst/>
            <a:ahLst/>
            <a:rect l="0" t="0" r="r" b="b"/>
            <a:pathLst>
              <a:path w="1615" h="689">
                <a:moveTo>
                  <a:pt x="0" y="597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522" y="0"/>
                </a:lnTo>
                <a:cubicBezTo>
                  <a:pt x="1534" y="0"/>
                  <a:pt x="1546" y="3"/>
                  <a:pt x="1558" y="7"/>
                </a:cubicBezTo>
                <a:cubicBezTo>
                  <a:pt x="1569" y="12"/>
                  <a:pt x="1579" y="19"/>
                  <a:pt x="1588" y="27"/>
                </a:cubicBezTo>
                <a:cubicBezTo>
                  <a:pt x="1596" y="36"/>
                  <a:pt x="1603" y="46"/>
                  <a:pt x="1608" y="57"/>
                </a:cubicBezTo>
                <a:cubicBezTo>
                  <a:pt x="1612" y="69"/>
                  <a:pt x="1615" y="81"/>
                  <a:pt x="1615" y="93"/>
                </a:cubicBezTo>
                <a:lnTo>
                  <a:pt x="1615" y="597"/>
                </a:lnTo>
                <a:cubicBezTo>
                  <a:pt x="1615" y="609"/>
                  <a:pt x="1612" y="621"/>
                  <a:pt x="1608" y="632"/>
                </a:cubicBezTo>
                <a:cubicBezTo>
                  <a:pt x="1603" y="643"/>
                  <a:pt x="1596" y="653"/>
                  <a:pt x="1588" y="662"/>
                </a:cubicBezTo>
                <a:cubicBezTo>
                  <a:pt x="1579" y="671"/>
                  <a:pt x="1569" y="677"/>
                  <a:pt x="1558" y="682"/>
                </a:cubicBezTo>
                <a:cubicBezTo>
                  <a:pt x="1546" y="687"/>
                  <a:pt x="1534" y="689"/>
                  <a:pt x="1522" y="689"/>
                </a:cubicBezTo>
                <a:lnTo>
                  <a:pt x="92" y="689"/>
                </a:lnTo>
                <a:cubicBezTo>
                  <a:pt x="80" y="689"/>
                  <a:pt x="68" y="687"/>
                  <a:pt x="57" y="682"/>
                </a:cubicBezTo>
                <a:cubicBezTo>
                  <a:pt x="46" y="677"/>
                  <a:pt x="36" y="671"/>
                  <a:pt x="27" y="662"/>
                </a:cubicBezTo>
                <a:cubicBezTo>
                  <a:pt x="18" y="653"/>
                  <a:pt x="11" y="643"/>
                  <a:pt x="7" y="632"/>
                </a:cubicBezTo>
                <a:cubicBezTo>
                  <a:pt x="2" y="621"/>
                  <a:pt x="0" y="609"/>
                  <a:pt x="0" y="59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9403560" y="5586120"/>
            <a:ext cx="421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/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9883440" y="5615280"/>
            <a:ext cx="479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done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461880" y="2309760"/>
            <a:ext cx="5515200" cy="4924800"/>
          </a:xfrm>
          <a:custGeom>
            <a:avLst/>
            <a:gdLst/>
            <a:ahLst/>
            <a:rect l="0" t="0" r="r" b="b"/>
            <a:pathLst>
              <a:path w="15320" h="13680">
                <a:moveTo>
                  <a:pt x="0" y="1348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3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13481"/>
                </a:lnTo>
                <a:cubicBezTo>
                  <a:pt x="15320" y="13494"/>
                  <a:pt x="15319" y="13507"/>
                  <a:pt x="15316" y="13520"/>
                </a:cubicBezTo>
                <a:cubicBezTo>
                  <a:pt x="15314" y="13533"/>
                  <a:pt x="15310" y="13545"/>
                  <a:pt x="15305" y="13557"/>
                </a:cubicBezTo>
                <a:cubicBezTo>
                  <a:pt x="15300" y="13569"/>
                  <a:pt x="15294" y="13581"/>
                  <a:pt x="15287" y="13591"/>
                </a:cubicBezTo>
                <a:cubicBezTo>
                  <a:pt x="15279" y="13602"/>
                  <a:pt x="15271" y="13612"/>
                  <a:pt x="15262" y="13621"/>
                </a:cubicBezTo>
                <a:cubicBezTo>
                  <a:pt x="15253" y="13631"/>
                  <a:pt x="15243" y="13639"/>
                  <a:pt x="15232" y="13646"/>
                </a:cubicBezTo>
                <a:cubicBezTo>
                  <a:pt x="15221" y="13653"/>
                  <a:pt x="15210" y="13660"/>
                  <a:pt x="15198" y="13664"/>
                </a:cubicBezTo>
                <a:cubicBezTo>
                  <a:pt x="15186" y="13669"/>
                  <a:pt x="15173" y="13673"/>
                  <a:pt x="15160" y="13676"/>
                </a:cubicBezTo>
                <a:cubicBezTo>
                  <a:pt x="15148" y="13678"/>
                  <a:pt x="15135" y="13680"/>
                  <a:pt x="15122" y="13680"/>
                </a:cubicBezTo>
                <a:lnTo>
                  <a:pt x="198" y="13680"/>
                </a:lnTo>
                <a:cubicBezTo>
                  <a:pt x="185" y="13680"/>
                  <a:pt x="172" y="13678"/>
                  <a:pt x="159" y="13676"/>
                </a:cubicBezTo>
                <a:cubicBezTo>
                  <a:pt x="147" y="13673"/>
                  <a:pt x="134" y="13669"/>
                  <a:pt x="122" y="13664"/>
                </a:cubicBezTo>
                <a:cubicBezTo>
                  <a:pt x="110" y="13660"/>
                  <a:pt x="99" y="13653"/>
                  <a:pt x="88" y="13646"/>
                </a:cubicBezTo>
                <a:cubicBezTo>
                  <a:pt x="77" y="13639"/>
                  <a:pt x="67" y="13631"/>
                  <a:pt x="58" y="13621"/>
                </a:cubicBezTo>
                <a:cubicBezTo>
                  <a:pt x="49" y="13612"/>
                  <a:pt x="40" y="13602"/>
                  <a:pt x="33" y="13591"/>
                </a:cubicBezTo>
                <a:cubicBezTo>
                  <a:pt x="26" y="13581"/>
                  <a:pt x="20" y="13569"/>
                  <a:pt x="15" y="13557"/>
                </a:cubicBezTo>
                <a:cubicBezTo>
                  <a:pt x="10" y="13545"/>
                  <a:pt x="6" y="13533"/>
                  <a:pt x="4" y="13520"/>
                </a:cubicBezTo>
                <a:cubicBezTo>
                  <a:pt x="1" y="13507"/>
                  <a:pt x="0" y="13494"/>
                  <a:pt x="0" y="13481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61880" y="2309760"/>
            <a:ext cx="5515200" cy="4924800"/>
          </a:xfrm>
          <a:custGeom>
            <a:avLst/>
            <a:gdLst/>
            <a:ahLst/>
            <a:rect l="0" t="0" r="r" b="b"/>
            <a:pathLst>
              <a:path w="15320" h="13680">
                <a:moveTo>
                  <a:pt x="0" y="1348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3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13481"/>
                </a:lnTo>
                <a:cubicBezTo>
                  <a:pt x="15320" y="13494"/>
                  <a:pt x="15319" y="13507"/>
                  <a:pt x="15316" y="13520"/>
                </a:cubicBezTo>
                <a:cubicBezTo>
                  <a:pt x="15314" y="13533"/>
                  <a:pt x="15310" y="13545"/>
                  <a:pt x="15305" y="13557"/>
                </a:cubicBezTo>
                <a:cubicBezTo>
                  <a:pt x="15300" y="13569"/>
                  <a:pt x="15294" y="13581"/>
                  <a:pt x="15287" y="13591"/>
                </a:cubicBezTo>
                <a:cubicBezTo>
                  <a:pt x="15279" y="13602"/>
                  <a:pt x="15271" y="13612"/>
                  <a:pt x="15262" y="13621"/>
                </a:cubicBezTo>
                <a:cubicBezTo>
                  <a:pt x="15253" y="13631"/>
                  <a:pt x="15243" y="13639"/>
                  <a:pt x="15232" y="13646"/>
                </a:cubicBezTo>
                <a:cubicBezTo>
                  <a:pt x="15221" y="13653"/>
                  <a:pt x="15210" y="13660"/>
                  <a:pt x="15198" y="13664"/>
                </a:cubicBezTo>
                <a:cubicBezTo>
                  <a:pt x="15186" y="13669"/>
                  <a:pt x="15173" y="13673"/>
                  <a:pt x="15160" y="13676"/>
                </a:cubicBezTo>
                <a:cubicBezTo>
                  <a:pt x="15148" y="13678"/>
                  <a:pt x="15135" y="13680"/>
                  <a:pt x="15122" y="13680"/>
                </a:cubicBezTo>
                <a:lnTo>
                  <a:pt x="198" y="13680"/>
                </a:lnTo>
                <a:cubicBezTo>
                  <a:pt x="185" y="13680"/>
                  <a:pt x="172" y="13678"/>
                  <a:pt x="159" y="13676"/>
                </a:cubicBezTo>
                <a:cubicBezTo>
                  <a:pt x="147" y="13673"/>
                  <a:pt x="134" y="13669"/>
                  <a:pt x="122" y="13664"/>
                </a:cubicBezTo>
                <a:cubicBezTo>
                  <a:pt x="110" y="13660"/>
                  <a:pt x="99" y="13653"/>
                  <a:pt x="88" y="13646"/>
                </a:cubicBezTo>
                <a:cubicBezTo>
                  <a:pt x="77" y="13639"/>
                  <a:pt x="67" y="13631"/>
                  <a:pt x="58" y="13621"/>
                </a:cubicBezTo>
                <a:cubicBezTo>
                  <a:pt x="49" y="13612"/>
                  <a:pt x="40" y="13602"/>
                  <a:pt x="33" y="13591"/>
                </a:cubicBezTo>
                <a:cubicBezTo>
                  <a:pt x="26" y="13581"/>
                  <a:pt x="20" y="13569"/>
                  <a:pt x="15" y="13557"/>
                </a:cubicBezTo>
                <a:cubicBezTo>
                  <a:pt x="10" y="13545"/>
                  <a:pt x="6" y="13533"/>
                  <a:pt x="4" y="13520"/>
                </a:cubicBezTo>
                <a:cubicBezTo>
                  <a:pt x="1" y="13507"/>
                  <a:pt x="0" y="13494"/>
                  <a:pt x="0" y="13481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457200" y="484560"/>
            <a:ext cx="1021752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Brace Expansion &amp; Argumentos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457200" y="1817640"/>
            <a:ext cx="16556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2dd4bf"/>
                </a:solidFill>
                <a:latin typeface="Courier New"/>
                <a:ea typeface="Courier New"/>
              </a:rPr>
              <a:t>Bash / Zsh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619200" y="2548800"/>
            <a:ext cx="2652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59636e"/>
                </a:solidFill>
                <a:latin typeface="Courier New"/>
                <a:ea typeface="Courier New"/>
              </a:rPr>
              <a:t># Crear carpetas al vuelo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619200" y="2882160"/>
            <a:ext cx="1695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mkdir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test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{1..4}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19200" y="3206160"/>
            <a:ext cx="3925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mkdir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-p proyecto/{js,css}/{src,dist}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619200" y="3863520"/>
            <a:ext cx="3076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59636e"/>
                </a:solidFill>
                <a:latin typeface="Courier New"/>
                <a:ea typeface="Courier New"/>
              </a:rPr>
              <a:t># Parseo manual de argumentos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619200" y="4196880"/>
            <a:ext cx="1697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6639ba"/>
                </a:solidFill>
                <a:latin typeface="Courier New"/>
                <a:ea typeface="Courier New"/>
              </a:rPr>
              <a:t>ejemplo_args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() {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619200" y="4520520"/>
            <a:ext cx="2013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local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output=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619200" y="4853880"/>
            <a:ext cx="2967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while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[[ 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$#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-gt 0 ]];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do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619200" y="5177880"/>
            <a:ext cx="2115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case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$1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in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619200" y="5511240"/>
            <a:ext cx="5088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-o|--output) output=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$2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; </a:t>
            </a:r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shift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2 ;;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619200" y="5835240"/>
            <a:ext cx="4660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*) </a:t>
            </a:r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echo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"Error: 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$1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; </a:t>
            </a:r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return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1 ;;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619200" y="6168600"/>
            <a:ext cx="1271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esac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19200" y="6492240"/>
            <a:ext cx="848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cf222e"/>
                </a:solidFill>
                <a:latin typeface="Courier New"/>
                <a:ea typeface="Courier New"/>
              </a:rPr>
              <a:t>done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215040" y="2309760"/>
            <a:ext cx="5515200" cy="3610080"/>
          </a:xfrm>
          <a:custGeom>
            <a:avLst/>
            <a:gdLst/>
            <a:ahLst/>
            <a:rect l="0" t="0" r="r" b="b"/>
            <a:pathLst>
              <a:path w="15320" h="10028">
                <a:moveTo>
                  <a:pt x="0" y="9830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3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9830"/>
                </a:lnTo>
                <a:cubicBezTo>
                  <a:pt x="15320" y="9843"/>
                  <a:pt x="15319" y="9856"/>
                  <a:pt x="15316" y="9869"/>
                </a:cubicBezTo>
                <a:cubicBezTo>
                  <a:pt x="15314" y="9881"/>
                  <a:pt x="15310" y="9894"/>
                  <a:pt x="15305" y="9906"/>
                </a:cubicBezTo>
                <a:cubicBezTo>
                  <a:pt x="15300" y="9918"/>
                  <a:pt x="15294" y="9929"/>
                  <a:pt x="15286" y="9940"/>
                </a:cubicBezTo>
                <a:cubicBezTo>
                  <a:pt x="15279" y="9951"/>
                  <a:pt x="15271" y="9961"/>
                  <a:pt x="15262" y="9970"/>
                </a:cubicBezTo>
                <a:cubicBezTo>
                  <a:pt x="15253" y="9979"/>
                  <a:pt x="15243" y="9988"/>
                  <a:pt x="15232" y="9995"/>
                </a:cubicBezTo>
                <a:cubicBezTo>
                  <a:pt x="15221" y="10002"/>
                  <a:pt x="15209" y="10008"/>
                  <a:pt x="15197" y="10013"/>
                </a:cubicBezTo>
                <a:cubicBezTo>
                  <a:pt x="15185" y="10018"/>
                  <a:pt x="15173" y="10022"/>
                  <a:pt x="15160" y="10025"/>
                </a:cubicBezTo>
                <a:cubicBezTo>
                  <a:pt x="15147" y="10027"/>
                  <a:pt x="15135" y="10028"/>
                  <a:pt x="15121" y="10028"/>
                </a:cubicBezTo>
                <a:lnTo>
                  <a:pt x="198" y="10028"/>
                </a:lnTo>
                <a:cubicBezTo>
                  <a:pt x="185" y="10028"/>
                  <a:pt x="172" y="10027"/>
                  <a:pt x="159" y="10025"/>
                </a:cubicBezTo>
                <a:cubicBezTo>
                  <a:pt x="147" y="10022"/>
                  <a:pt x="134" y="10018"/>
                  <a:pt x="122" y="10013"/>
                </a:cubicBezTo>
                <a:cubicBezTo>
                  <a:pt x="110" y="10008"/>
                  <a:pt x="99" y="10002"/>
                  <a:pt x="88" y="9995"/>
                </a:cubicBezTo>
                <a:cubicBezTo>
                  <a:pt x="77" y="9988"/>
                  <a:pt x="67" y="9979"/>
                  <a:pt x="58" y="9970"/>
                </a:cubicBezTo>
                <a:cubicBezTo>
                  <a:pt x="48" y="9961"/>
                  <a:pt x="40" y="9951"/>
                  <a:pt x="33" y="9940"/>
                </a:cubicBezTo>
                <a:cubicBezTo>
                  <a:pt x="26" y="9929"/>
                  <a:pt x="20" y="9918"/>
                  <a:pt x="15" y="9906"/>
                </a:cubicBezTo>
                <a:cubicBezTo>
                  <a:pt x="10" y="9894"/>
                  <a:pt x="6" y="9881"/>
                  <a:pt x="3" y="9869"/>
                </a:cubicBezTo>
                <a:cubicBezTo>
                  <a:pt x="1" y="9856"/>
                  <a:pt x="0" y="9843"/>
                  <a:pt x="0" y="983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6215040" y="2309760"/>
            <a:ext cx="5515200" cy="3610080"/>
          </a:xfrm>
          <a:custGeom>
            <a:avLst/>
            <a:gdLst/>
            <a:ahLst/>
            <a:rect l="0" t="0" r="r" b="b"/>
            <a:pathLst>
              <a:path w="15320" h="10028">
                <a:moveTo>
                  <a:pt x="0" y="9830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3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3"/>
                </a:cubicBezTo>
                <a:cubicBezTo>
                  <a:pt x="15243" y="40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59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9830"/>
                </a:lnTo>
                <a:cubicBezTo>
                  <a:pt x="15320" y="9843"/>
                  <a:pt x="15319" y="9856"/>
                  <a:pt x="15316" y="9869"/>
                </a:cubicBezTo>
                <a:cubicBezTo>
                  <a:pt x="15314" y="9881"/>
                  <a:pt x="15310" y="9894"/>
                  <a:pt x="15305" y="9906"/>
                </a:cubicBezTo>
                <a:cubicBezTo>
                  <a:pt x="15300" y="9918"/>
                  <a:pt x="15294" y="9929"/>
                  <a:pt x="15286" y="9940"/>
                </a:cubicBezTo>
                <a:cubicBezTo>
                  <a:pt x="15279" y="9951"/>
                  <a:pt x="15271" y="9961"/>
                  <a:pt x="15262" y="9970"/>
                </a:cubicBezTo>
                <a:cubicBezTo>
                  <a:pt x="15253" y="9979"/>
                  <a:pt x="15243" y="9988"/>
                  <a:pt x="15232" y="9995"/>
                </a:cubicBezTo>
                <a:cubicBezTo>
                  <a:pt x="15221" y="10002"/>
                  <a:pt x="15209" y="10008"/>
                  <a:pt x="15197" y="10013"/>
                </a:cubicBezTo>
                <a:cubicBezTo>
                  <a:pt x="15185" y="10018"/>
                  <a:pt x="15173" y="10022"/>
                  <a:pt x="15160" y="10025"/>
                </a:cubicBezTo>
                <a:cubicBezTo>
                  <a:pt x="15147" y="10027"/>
                  <a:pt x="15135" y="10028"/>
                  <a:pt x="15121" y="10028"/>
                </a:cubicBezTo>
                <a:lnTo>
                  <a:pt x="198" y="10028"/>
                </a:lnTo>
                <a:cubicBezTo>
                  <a:pt x="185" y="10028"/>
                  <a:pt x="172" y="10027"/>
                  <a:pt x="159" y="10025"/>
                </a:cubicBezTo>
                <a:cubicBezTo>
                  <a:pt x="147" y="10022"/>
                  <a:pt x="134" y="10018"/>
                  <a:pt x="122" y="10013"/>
                </a:cubicBezTo>
                <a:cubicBezTo>
                  <a:pt x="110" y="10008"/>
                  <a:pt x="99" y="10002"/>
                  <a:pt x="88" y="9995"/>
                </a:cubicBezTo>
                <a:cubicBezTo>
                  <a:pt x="77" y="9988"/>
                  <a:pt x="67" y="9979"/>
                  <a:pt x="58" y="9970"/>
                </a:cubicBezTo>
                <a:cubicBezTo>
                  <a:pt x="48" y="9961"/>
                  <a:pt x="40" y="9951"/>
                  <a:pt x="33" y="9940"/>
                </a:cubicBezTo>
                <a:cubicBezTo>
                  <a:pt x="26" y="9929"/>
                  <a:pt x="20" y="9918"/>
                  <a:pt x="15" y="9906"/>
                </a:cubicBezTo>
                <a:cubicBezTo>
                  <a:pt x="10" y="9894"/>
                  <a:pt x="6" y="9881"/>
                  <a:pt x="3" y="9869"/>
                </a:cubicBezTo>
                <a:cubicBezTo>
                  <a:pt x="1" y="9856"/>
                  <a:pt x="0" y="9843"/>
                  <a:pt x="0" y="9830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619200" y="682560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}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6210360" y="1817640"/>
            <a:ext cx="662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60a5fa"/>
                </a:solidFill>
                <a:latin typeface="Courier New"/>
                <a:ea typeface="Courier New"/>
              </a:rPr>
              <a:t>Fish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372360" y="2548800"/>
            <a:ext cx="3606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# Brace expansion (desde Fish 3.0)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6372360" y="2882160"/>
            <a:ext cx="1697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mkdir test{1..4}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6372360" y="3206160"/>
            <a:ext cx="3925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mkdir -p proyecto/{js,css}/{src,dist}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6372360" y="3863520"/>
            <a:ext cx="3713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# Parseo de argumentos en una línea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6372360" y="4196880"/>
            <a:ext cx="2227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function ejemplo_args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6372360" y="4520520"/>
            <a:ext cx="4560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argparse 'o/output=' 'e/ext=+' -- $argv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6372360" y="4853880"/>
            <a:ext cx="3394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"Salida: $_flag_output"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6372360" y="5177880"/>
            <a:ext cx="3606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"Extensiones: $_flag_ext"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6372360" y="551124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2366280" y="2595960"/>
            <a:ext cx="746208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05. Comparativa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4355280" y="3634200"/>
            <a:ext cx="348300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Directa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466560" y="2943000"/>
            <a:ext cx="1752840" cy="343440"/>
          </a:xfrm>
          <a:custGeom>
            <a:avLst/>
            <a:gdLst/>
            <a:ahLst/>
            <a:rect l="0" t="0" r="r" b="b"/>
            <a:pathLst>
              <a:path w="4869" h="954">
                <a:moveTo>
                  <a:pt x="0" y="0"/>
                </a:moveTo>
                <a:lnTo>
                  <a:pt x="4869" y="0"/>
                </a:lnTo>
                <a:lnTo>
                  <a:pt x="4869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219040" y="2943000"/>
            <a:ext cx="1562400" cy="343440"/>
          </a:xfrm>
          <a:custGeom>
            <a:avLst/>
            <a:gdLst/>
            <a:ahLst/>
            <a:rect l="0" t="0" r="r" b="b"/>
            <a:pathLst>
              <a:path w="4340" h="954">
                <a:moveTo>
                  <a:pt x="0" y="0"/>
                </a:moveTo>
                <a:lnTo>
                  <a:pt x="4340" y="0"/>
                </a:lnTo>
                <a:lnTo>
                  <a:pt x="4340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3781080" y="2943000"/>
            <a:ext cx="1648440" cy="343440"/>
          </a:xfrm>
          <a:custGeom>
            <a:avLst/>
            <a:gdLst/>
            <a:ahLst/>
            <a:rect l="0" t="0" r="r" b="b"/>
            <a:pathLst>
              <a:path w="4579" h="954">
                <a:moveTo>
                  <a:pt x="0" y="0"/>
                </a:moveTo>
                <a:lnTo>
                  <a:pt x="4579" y="0"/>
                </a:lnTo>
                <a:lnTo>
                  <a:pt x="4579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466560" y="2943000"/>
            <a:ext cx="1752840" cy="343440"/>
          </a:xfrm>
          <a:custGeom>
            <a:avLst/>
            <a:gdLst/>
            <a:ahLst/>
            <a:rect l="0" t="0" r="r" b="b"/>
            <a:pathLst>
              <a:path w="4869" h="954">
                <a:moveTo>
                  <a:pt x="0" y="0"/>
                </a:moveTo>
                <a:lnTo>
                  <a:pt x="4869" y="0"/>
                </a:lnTo>
                <a:lnTo>
                  <a:pt x="4869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2219040" y="2943000"/>
            <a:ext cx="1562400" cy="343440"/>
          </a:xfrm>
          <a:custGeom>
            <a:avLst/>
            <a:gdLst/>
            <a:ahLst/>
            <a:rect l="0" t="0" r="r" b="b"/>
            <a:pathLst>
              <a:path w="4340" h="954">
                <a:moveTo>
                  <a:pt x="0" y="0"/>
                </a:moveTo>
                <a:lnTo>
                  <a:pt x="4340" y="0"/>
                </a:lnTo>
                <a:lnTo>
                  <a:pt x="4340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3781080" y="2943000"/>
            <a:ext cx="1648440" cy="343440"/>
          </a:xfrm>
          <a:custGeom>
            <a:avLst/>
            <a:gdLst/>
            <a:ahLst/>
            <a:rect l="0" t="0" r="r" b="b"/>
            <a:pathLst>
              <a:path w="4579" h="954">
                <a:moveTo>
                  <a:pt x="0" y="0"/>
                </a:moveTo>
                <a:lnTo>
                  <a:pt x="4579" y="0"/>
                </a:lnTo>
                <a:lnTo>
                  <a:pt x="4579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466560" y="3286080"/>
            <a:ext cx="1752840" cy="390600"/>
          </a:xfrm>
          <a:custGeom>
            <a:avLst/>
            <a:gdLst/>
            <a:ahLst/>
            <a:rect l="0" t="0" r="r" b="b"/>
            <a:pathLst>
              <a:path w="4869" h="1085">
                <a:moveTo>
                  <a:pt x="0" y="0"/>
                </a:moveTo>
                <a:lnTo>
                  <a:pt x="4869" y="0"/>
                </a:lnTo>
                <a:lnTo>
                  <a:pt x="4869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219040" y="3286080"/>
            <a:ext cx="1562400" cy="390600"/>
          </a:xfrm>
          <a:custGeom>
            <a:avLst/>
            <a:gdLst/>
            <a:ahLst/>
            <a:rect l="0" t="0" r="r" b="b"/>
            <a:pathLst>
              <a:path w="4340" h="1085">
                <a:moveTo>
                  <a:pt x="0" y="0"/>
                </a:moveTo>
                <a:lnTo>
                  <a:pt x="4340" y="0"/>
                </a:lnTo>
                <a:lnTo>
                  <a:pt x="4340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3781080" y="3286080"/>
            <a:ext cx="1648440" cy="390600"/>
          </a:xfrm>
          <a:custGeom>
            <a:avLst/>
            <a:gdLst/>
            <a:ahLst/>
            <a:rect l="0" t="0" r="r" b="b"/>
            <a:pathLst>
              <a:path w="4579" h="1085">
                <a:moveTo>
                  <a:pt x="0" y="0"/>
                </a:moveTo>
                <a:lnTo>
                  <a:pt x="4579" y="0"/>
                </a:lnTo>
                <a:lnTo>
                  <a:pt x="4579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466560" y="3676320"/>
            <a:ext cx="1752840" cy="390960"/>
          </a:xfrm>
          <a:custGeom>
            <a:avLst/>
            <a:gdLst/>
            <a:ahLst/>
            <a:rect l="0" t="0" r="r" b="b"/>
            <a:pathLst>
              <a:path w="4869" h="1086">
                <a:moveTo>
                  <a:pt x="0" y="0"/>
                </a:moveTo>
                <a:lnTo>
                  <a:pt x="4869" y="0"/>
                </a:lnTo>
                <a:lnTo>
                  <a:pt x="486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2219040" y="3676320"/>
            <a:ext cx="1562400" cy="390960"/>
          </a:xfrm>
          <a:custGeom>
            <a:avLst/>
            <a:gdLst/>
            <a:ahLst/>
            <a:rect l="0" t="0" r="r" b="b"/>
            <a:pathLst>
              <a:path w="4340" h="1086">
                <a:moveTo>
                  <a:pt x="0" y="0"/>
                </a:moveTo>
                <a:lnTo>
                  <a:pt x="4340" y="0"/>
                </a:lnTo>
                <a:lnTo>
                  <a:pt x="4340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3781080" y="3676320"/>
            <a:ext cx="1648440" cy="390960"/>
          </a:xfrm>
          <a:custGeom>
            <a:avLst/>
            <a:gdLst/>
            <a:ahLst/>
            <a:rect l="0" t="0" r="r" b="b"/>
            <a:pathLst>
              <a:path w="4579" h="1086">
                <a:moveTo>
                  <a:pt x="0" y="0"/>
                </a:moveTo>
                <a:lnTo>
                  <a:pt x="4579" y="0"/>
                </a:lnTo>
                <a:lnTo>
                  <a:pt x="457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466560" y="3676320"/>
            <a:ext cx="1752840" cy="390960"/>
          </a:xfrm>
          <a:custGeom>
            <a:avLst/>
            <a:gdLst/>
            <a:ahLst/>
            <a:rect l="0" t="0" r="r" b="b"/>
            <a:pathLst>
              <a:path w="4869" h="1086">
                <a:moveTo>
                  <a:pt x="0" y="0"/>
                </a:moveTo>
                <a:lnTo>
                  <a:pt x="4869" y="0"/>
                </a:lnTo>
                <a:lnTo>
                  <a:pt x="486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219040" y="3676320"/>
            <a:ext cx="1562400" cy="390960"/>
          </a:xfrm>
          <a:custGeom>
            <a:avLst/>
            <a:gdLst/>
            <a:ahLst/>
            <a:rect l="0" t="0" r="r" b="b"/>
            <a:pathLst>
              <a:path w="4340" h="1086">
                <a:moveTo>
                  <a:pt x="0" y="0"/>
                </a:moveTo>
                <a:lnTo>
                  <a:pt x="4340" y="0"/>
                </a:lnTo>
                <a:lnTo>
                  <a:pt x="4340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3781080" y="3676320"/>
            <a:ext cx="1648440" cy="390960"/>
          </a:xfrm>
          <a:custGeom>
            <a:avLst/>
            <a:gdLst/>
            <a:ahLst/>
            <a:rect l="0" t="0" r="r" b="b"/>
            <a:pathLst>
              <a:path w="4579" h="1086">
                <a:moveTo>
                  <a:pt x="0" y="0"/>
                </a:moveTo>
                <a:lnTo>
                  <a:pt x="4579" y="0"/>
                </a:lnTo>
                <a:lnTo>
                  <a:pt x="457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466560" y="4066920"/>
            <a:ext cx="1752840" cy="400320"/>
          </a:xfrm>
          <a:custGeom>
            <a:avLst/>
            <a:gdLst/>
            <a:ahLst/>
            <a:rect l="0" t="0" r="r" b="b"/>
            <a:pathLst>
              <a:path w="4869" h="1112">
                <a:moveTo>
                  <a:pt x="0" y="0"/>
                </a:moveTo>
                <a:lnTo>
                  <a:pt x="4869" y="0"/>
                </a:lnTo>
                <a:lnTo>
                  <a:pt x="4869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2219040" y="4066920"/>
            <a:ext cx="1562400" cy="400320"/>
          </a:xfrm>
          <a:custGeom>
            <a:avLst/>
            <a:gdLst/>
            <a:ahLst/>
            <a:rect l="0" t="0" r="r" b="b"/>
            <a:pathLst>
              <a:path w="4340" h="1112">
                <a:moveTo>
                  <a:pt x="0" y="0"/>
                </a:moveTo>
                <a:lnTo>
                  <a:pt x="4340" y="0"/>
                </a:lnTo>
                <a:lnTo>
                  <a:pt x="4340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3781080" y="4066920"/>
            <a:ext cx="1648440" cy="400320"/>
          </a:xfrm>
          <a:custGeom>
            <a:avLst/>
            <a:gdLst/>
            <a:ahLst/>
            <a:rect l="0" t="0" r="r" b="b"/>
            <a:pathLst>
              <a:path w="4579" h="1112">
                <a:moveTo>
                  <a:pt x="0" y="0"/>
                </a:moveTo>
                <a:lnTo>
                  <a:pt x="4579" y="0"/>
                </a:lnTo>
                <a:lnTo>
                  <a:pt x="4579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66560" y="4466880"/>
            <a:ext cx="1752840" cy="572040"/>
          </a:xfrm>
          <a:custGeom>
            <a:avLst/>
            <a:gdLst/>
            <a:ahLst/>
            <a:rect l="0" t="0" r="r" b="b"/>
            <a:pathLst>
              <a:path w="4869" h="1589">
                <a:moveTo>
                  <a:pt x="0" y="0"/>
                </a:moveTo>
                <a:lnTo>
                  <a:pt x="4869" y="0"/>
                </a:lnTo>
                <a:lnTo>
                  <a:pt x="4869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219040" y="4466880"/>
            <a:ext cx="1562400" cy="572040"/>
          </a:xfrm>
          <a:custGeom>
            <a:avLst/>
            <a:gdLst/>
            <a:ahLst/>
            <a:rect l="0" t="0" r="r" b="b"/>
            <a:pathLst>
              <a:path w="4340" h="1589">
                <a:moveTo>
                  <a:pt x="0" y="0"/>
                </a:moveTo>
                <a:lnTo>
                  <a:pt x="4340" y="0"/>
                </a:lnTo>
                <a:lnTo>
                  <a:pt x="4340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3781080" y="4466880"/>
            <a:ext cx="1648440" cy="572040"/>
          </a:xfrm>
          <a:custGeom>
            <a:avLst/>
            <a:gdLst/>
            <a:ahLst/>
            <a:rect l="0" t="0" r="r" b="b"/>
            <a:pathLst>
              <a:path w="4579" h="1589">
                <a:moveTo>
                  <a:pt x="0" y="0"/>
                </a:moveTo>
                <a:lnTo>
                  <a:pt x="4579" y="0"/>
                </a:lnTo>
                <a:lnTo>
                  <a:pt x="4579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466560" y="4466880"/>
            <a:ext cx="1752840" cy="572040"/>
          </a:xfrm>
          <a:custGeom>
            <a:avLst/>
            <a:gdLst/>
            <a:ahLst/>
            <a:rect l="0" t="0" r="r" b="b"/>
            <a:pathLst>
              <a:path w="4869" h="1589">
                <a:moveTo>
                  <a:pt x="0" y="0"/>
                </a:moveTo>
                <a:lnTo>
                  <a:pt x="4869" y="0"/>
                </a:lnTo>
                <a:lnTo>
                  <a:pt x="4869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2219040" y="4466880"/>
            <a:ext cx="1562400" cy="572040"/>
          </a:xfrm>
          <a:custGeom>
            <a:avLst/>
            <a:gdLst/>
            <a:ahLst/>
            <a:rect l="0" t="0" r="r" b="b"/>
            <a:pathLst>
              <a:path w="4340" h="1589">
                <a:moveTo>
                  <a:pt x="0" y="0"/>
                </a:moveTo>
                <a:lnTo>
                  <a:pt x="4340" y="0"/>
                </a:lnTo>
                <a:lnTo>
                  <a:pt x="4340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3781080" y="4466880"/>
            <a:ext cx="1648440" cy="572040"/>
          </a:xfrm>
          <a:custGeom>
            <a:avLst/>
            <a:gdLst/>
            <a:ahLst/>
            <a:rect l="0" t="0" r="r" b="b"/>
            <a:pathLst>
              <a:path w="4579" h="1589">
                <a:moveTo>
                  <a:pt x="0" y="0"/>
                </a:moveTo>
                <a:lnTo>
                  <a:pt x="4579" y="0"/>
                </a:lnTo>
                <a:lnTo>
                  <a:pt x="4579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456840" y="2943000"/>
            <a:ext cx="10080" cy="343440"/>
          </a:xfrm>
          <a:custGeom>
            <a:avLst/>
            <a:gdLst/>
            <a:ahLst/>
            <a:rect l="0" t="0" r="r" b="b"/>
            <a:pathLst>
              <a:path w="28" h="954">
                <a:moveTo>
                  <a:pt x="0" y="0"/>
                </a:moveTo>
                <a:lnTo>
                  <a:pt x="28" y="0"/>
                </a:lnTo>
                <a:lnTo>
                  <a:pt x="2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456840" y="2943000"/>
            <a:ext cx="1762560" cy="10080"/>
          </a:xfrm>
          <a:custGeom>
            <a:avLst/>
            <a:gdLst/>
            <a:ahLst/>
            <a:rect l="0" t="0" r="r" b="b"/>
            <a:pathLst>
              <a:path w="4896" h="28">
                <a:moveTo>
                  <a:pt x="0" y="0"/>
                </a:moveTo>
                <a:lnTo>
                  <a:pt x="4896" y="0"/>
                </a:lnTo>
                <a:lnTo>
                  <a:pt x="48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2209680" y="294300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2219040" y="294300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3771720" y="294300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781080" y="294300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5429160" y="294300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456840" y="3276360"/>
            <a:ext cx="1762560" cy="10080"/>
          </a:xfrm>
          <a:custGeom>
            <a:avLst/>
            <a:gdLst/>
            <a:ahLst/>
            <a:rect l="0" t="0" r="r" b="b"/>
            <a:pathLst>
              <a:path w="4896" h="28">
                <a:moveTo>
                  <a:pt x="0" y="0"/>
                </a:moveTo>
                <a:lnTo>
                  <a:pt x="4896" y="0"/>
                </a:lnTo>
                <a:lnTo>
                  <a:pt x="48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2219040" y="327636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3781080" y="327636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456840" y="32860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2209680" y="328608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3771720" y="328608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429160" y="328608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456840" y="36860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456840" y="3676320"/>
            <a:ext cx="1762560" cy="10080"/>
          </a:xfrm>
          <a:custGeom>
            <a:avLst/>
            <a:gdLst/>
            <a:ahLst/>
            <a:rect l="0" t="0" r="r" b="b"/>
            <a:pathLst>
              <a:path w="4896" h="28">
                <a:moveTo>
                  <a:pt x="0" y="0"/>
                </a:moveTo>
                <a:lnTo>
                  <a:pt x="4896" y="0"/>
                </a:lnTo>
                <a:lnTo>
                  <a:pt x="48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2209680" y="36860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219040" y="367632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3771720" y="36860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781080" y="367632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429160" y="36860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456840" y="407664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456840" y="4066920"/>
            <a:ext cx="1762560" cy="10080"/>
          </a:xfrm>
          <a:custGeom>
            <a:avLst/>
            <a:gdLst/>
            <a:ahLst/>
            <a:rect l="0" t="0" r="r" b="b"/>
            <a:pathLst>
              <a:path w="4896" h="28">
                <a:moveTo>
                  <a:pt x="0" y="0"/>
                </a:moveTo>
                <a:lnTo>
                  <a:pt x="4896" y="0"/>
                </a:lnTo>
                <a:lnTo>
                  <a:pt x="48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209680" y="407664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219040" y="406692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3771720" y="407664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3781080" y="406692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429160" y="407664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456840" y="4466880"/>
            <a:ext cx="10080" cy="572040"/>
          </a:xfrm>
          <a:custGeom>
            <a:avLst/>
            <a:gdLst/>
            <a:ahLst/>
            <a:rect l="0" t="0" r="r" b="b"/>
            <a:pathLst>
              <a:path w="28" h="1589">
                <a:moveTo>
                  <a:pt x="0" y="0"/>
                </a:moveTo>
                <a:lnTo>
                  <a:pt x="28" y="0"/>
                </a:lnTo>
                <a:lnTo>
                  <a:pt x="28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456840" y="4457520"/>
            <a:ext cx="1762560" cy="9720"/>
          </a:xfrm>
          <a:custGeom>
            <a:avLst/>
            <a:gdLst/>
            <a:ahLst/>
            <a:rect l="0" t="0" r="r" b="b"/>
            <a:pathLst>
              <a:path w="4896" h="27">
                <a:moveTo>
                  <a:pt x="0" y="0"/>
                </a:moveTo>
                <a:lnTo>
                  <a:pt x="4896" y="0"/>
                </a:lnTo>
                <a:lnTo>
                  <a:pt x="48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209680" y="4466880"/>
            <a:ext cx="9720" cy="572040"/>
          </a:xfrm>
          <a:custGeom>
            <a:avLst/>
            <a:gdLst/>
            <a:ahLst/>
            <a:rect l="0" t="0" r="r" b="b"/>
            <a:pathLst>
              <a:path w="27" h="1589">
                <a:moveTo>
                  <a:pt x="0" y="0"/>
                </a:moveTo>
                <a:lnTo>
                  <a:pt x="27" y="0"/>
                </a:lnTo>
                <a:lnTo>
                  <a:pt x="27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219040" y="44575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3771720" y="4466880"/>
            <a:ext cx="9720" cy="572040"/>
          </a:xfrm>
          <a:custGeom>
            <a:avLst/>
            <a:gdLst/>
            <a:ahLst/>
            <a:rect l="0" t="0" r="r" b="b"/>
            <a:pathLst>
              <a:path w="27" h="1589">
                <a:moveTo>
                  <a:pt x="0" y="0"/>
                </a:moveTo>
                <a:lnTo>
                  <a:pt x="27" y="0"/>
                </a:lnTo>
                <a:lnTo>
                  <a:pt x="27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781080" y="4457520"/>
            <a:ext cx="1657800" cy="9720"/>
          </a:xfrm>
          <a:custGeom>
            <a:avLst/>
            <a:gdLst/>
            <a:ahLst/>
            <a:rect l="0" t="0" r="r" b="b"/>
            <a:pathLst>
              <a:path w="4605" h="27">
                <a:moveTo>
                  <a:pt x="0" y="0"/>
                </a:moveTo>
                <a:lnTo>
                  <a:pt x="4605" y="0"/>
                </a:lnTo>
                <a:lnTo>
                  <a:pt x="46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5429160" y="4466880"/>
            <a:ext cx="9720" cy="572040"/>
          </a:xfrm>
          <a:custGeom>
            <a:avLst/>
            <a:gdLst/>
            <a:ahLst/>
            <a:rect l="0" t="0" r="r" b="b"/>
            <a:pathLst>
              <a:path w="27" h="1589">
                <a:moveTo>
                  <a:pt x="0" y="0"/>
                </a:moveTo>
                <a:lnTo>
                  <a:pt x="27" y="0"/>
                </a:lnTo>
                <a:lnTo>
                  <a:pt x="27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456840" y="5028840"/>
            <a:ext cx="1762560" cy="10080"/>
          </a:xfrm>
          <a:custGeom>
            <a:avLst/>
            <a:gdLst/>
            <a:ahLst/>
            <a:rect l="0" t="0" r="r" b="b"/>
            <a:pathLst>
              <a:path w="4896" h="28">
                <a:moveTo>
                  <a:pt x="0" y="0"/>
                </a:moveTo>
                <a:lnTo>
                  <a:pt x="4896" y="0"/>
                </a:lnTo>
                <a:lnTo>
                  <a:pt x="48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219040" y="502884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3781080" y="502884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457200" y="1846440"/>
            <a:ext cx="328356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Variables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966240" y="3033000"/>
            <a:ext cx="687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CONCEPTO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2531520" y="3033000"/>
            <a:ext cx="860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BASH / ZSH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4419000" y="3033000"/>
            <a:ext cx="343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FISH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2342880" y="3381120"/>
            <a:ext cx="762480" cy="209880"/>
          </a:xfrm>
          <a:custGeom>
            <a:avLst/>
            <a:gdLst/>
            <a:ahLst/>
            <a:rect l="0" t="0" r="r" b="b"/>
            <a:pathLst>
              <a:path w="211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012" y="0"/>
                </a:lnTo>
                <a:cubicBezTo>
                  <a:pt x="2026" y="0"/>
                  <a:pt x="2040" y="3"/>
                  <a:pt x="2053" y="8"/>
                </a:cubicBezTo>
                <a:cubicBezTo>
                  <a:pt x="2066" y="14"/>
                  <a:pt x="2077" y="21"/>
                  <a:pt x="2087" y="31"/>
                </a:cubicBezTo>
                <a:cubicBezTo>
                  <a:pt x="2097" y="41"/>
                  <a:pt x="2104" y="53"/>
                  <a:pt x="2110" y="66"/>
                </a:cubicBezTo>
                <a:cubicBezTo>
                  <a:pt x="2115" y="79"/>
                  <a:pt x="2118" y="92"/>
                  <a:pt x="2118" y="106"/>
                </a:cubicBezTo>
                <a:lnTo>
                  <a:pt x="2118" y="477"/>
                </a:lnTo>
                <a:cubicBezTo>
                  <a:pt x="2118" y="491"/>
                  <a:pt x="2115" y="505"/>
                  <a:pt x="2110" y="518"/>
                </a:cubicBezTo>
                <a:cubicBezTo>
                  <a:pt x="2104" y="531"/>
                  <a:pt x="2097" y="542"/>
                  <a:pt x="2087" y="552"/>
                </a:cubicBezTo>
                <a:cubicBezTo>
                  <a:pt x="2077" y="562"/>
                  <a:pt x="2066" y="570"/>
                  <a:pt x="2053" y="575"/>
                </a:cubicBezTo>
                <a:cubicBezTo>
                  <a:pt x="2040" y="581"/>
                  <a:pt x="2026" y="583"/>
                  <a:pt x="2012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2347560" y="3385800"/>
            <a:ext cx="753120" cy="200520"/>
          </a:xfrm>
          <a:custGeom>
            <a:avLst/>
            <a:gdLst/>
            <a:ahLst/>
            <a:rect l="0" t="0" r="r" b="b"/>
            <a:pathLst>
              <a:path w="2092" h="557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3" y="69"/>
                  <a:pt x="8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1999" y="0"/>
                </a:lnTo>
                <a:cubicBezTo>
                  <a:pt x="2011" y="0"/>
                  <a:pt x="2023" y="3"/>
                  <a:pt x="2035" y="7"/>
                </a:cubicBezTo>
                <a:cubicBezTo>
                  <a:pt x="2046" y="12"/>
                  <a:pt x="2056" y="19"/>
                  <a:pt x="2065" y="28"/>
                </a:cubicBezTo>
                <a:cubicBezTo>
                  <a:pt x="2073" y="36"/>
                  <a:pt x="2080" y="46"/>
                  <a:pt x="2085" y="58"/>
                </a:cubicBezTo>
                <a:cubicBezTo>
                  <a:pt x="2089" y="69"/>
                  <a:pt x="2092" y="81"/>
                  <a:pt x="2092" y="93"/>
                </a:cubicBezTo>
                <a:lnTo>
                  <a:pt x="2092" y="464"/>
                </a:lnTo>
                <a:cubicBezTo>
                  <a:pt x="2092" y="477"/>
                  <a:pt x="2089" y="489"/>
                  <a:pt x="2085" y="500"/>
                </a:cubicBezTo>
                <a:cubicBezTo>
                  <a:pt x="2080" y="511"/>
                  <a:pt x="2073" y="521"/>
                  <a:pt x="2065" y="530"/>
                </a:cubicBezTo>
                <a:cubicBezTo>
                  <a:pt x="2056" y="539"/>
                  <a:pt x="2046" y="545"/>
                  <a:pt x="2035" y="550"/>
                </a:cubicBezTo>
                <a:cubicBezTo>
                  <a:pt x="2023" y="555"/>
                  <a:pt x="2011" y="557"/>
                  <a:pt x="1999" y="557"/>
                </a:cubicBezTo>
                <a:lnTo>
                  <a:pt x="93" y="557"/>
                </a:lnTo>
                <a:cubicBezTo>
                  <a:pt x="81" y="557"/>
                  <a:pt x="69" y="555"/>
                  <a:pt x="58" y="550"/>
                </a:cubicBezTo>
                <a:cubicBezTo>
                  <a:pt x="46" y="545"/>
                  <a:pt x="36" y="539"/>
                  <a:pt x="28" y="530"/>
                </a:cubicBezTo>
                <a:cubicBezTo>
                  <a:pt x="19" y="521"/>
                  <a:pt x="12" y="511"/>
                  <a:pt x="8" y="500"/>
                </a:cubicBezTo>
                <a:cubicBezTo>
                  <a:pt x="3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590400" y="3374640"/>
            <a:ext cx="8632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Declarar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3904920" y="3381120"/>
            <a:ext cx="1124280" cy="209880"/>
          </a:xfrm>
          <a:custGeom>
            <a:avLst/>
            <a:gdLst/>
            <a:ahLst/>
            <a:rect l="0" t="0" r="r" b="b"/>
            <a:pathLst>
              <a:path w="3123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lnTo>
                  <a:pt x="3018" y="0"/>
                </a:lnTo>
                <a:cubicBezTo>
                  <a:pt x="3032" y="0"/>
                  <a:pt x="3045" y="3"/>
                  <a:pt x="3058" y="8"/>
                </a:cubicBezTo>
                <a:cubicBezTo>
                  <a:pt x="3071" y="14"/>
                  <a:pt x="3083" y="21"/>
                  <a:pt x="3093" y="31"/>
                </a:cubicBezTo>
                <a:cubicBezTo>
                  <a:pt x="3102" y="41"/>
                  <a:pt x="3110" y="53"/>
                  <a:pt x="3115" y="66"/>
                </a:cubicBezTo>
                <a:cubicBezTo>
                  <a:pt x="3121" y="79"/>
                  <a:pt x="3123" y="92"/>
                  <a:pt x="3123" y="106"/>
                </a:cubicBezTo>
                <a:lnTo>
                  <a:pt x="3123" y="477"/>
                </a:lnTo>
                <a:cubicBezTo>
                  <a:pt x="3123" y="491"/>
                  <a:pt x="3121" y="505"/>
                  <a:pt x="3115" y="518"/>
                </a:cubicBezTo>
                <a:cubicBezTo>
                  <a:pt x="3110" y="531"/>
                  <a:pt x="3102" y="542"/>
                  <a:pt x="3093" y="552"/>
                </a:cubicBezTo>
                <a:cubicBezTo>
                  <a:pt x="3083" y="562"/>
                  <a:pt x="3071" y="570"/>
                  <a:pt x="3058" y="575"/>
                </a:cubicBezTo>
                <a:cubicBezTo>
                  <a:pt x="3045" y="581"/>
                  <a:pt x="3032" y="583"/>
                  <a:pt x="3018" y="583"/>
                </a:cubicBezTo>
                <a:lnTo>
                  <a:pt x="107" y="583"/>
                </a:lnTo>
                <a:cubicBezTo>
                  <a:pt x="93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3909960" y="3385800"/>
            <a:ext cx="1114560" cy="200520"/>
          </a:xfrm>
          <a:custGeom>
            <a:avLst/>
            <a:gdLst/>
            <a:ahLst/>
            <a:rect l="0" t="0" r="r" b="b"/>
            <a:pathLst>
              <a:path w="3096" h="557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3003" y="0"/>
                </a:lnTo>
                <a:cubicBezTo>
                  <a:pt x="3015" y="0"/>
                  <a:pt x="3027" y="3"/>
                  <a:pt x="3038" y="7"/>
                </a:cubicBezTo>
                <a:cubicBezTo>
                  <a:pt x="3049" y="12"/>
                  <a:pt x="3059" y="19"/>
                  <a:pt x="3069" y="28"/>
                </a:cubicBezTo>
                <a:cubicBezTo>
                  <a:pt x="3078" y="36"/>
                  <a:pt x="3085" y="46"/>
                  <a:pt x="3089" y="58"/>
                </a:cubicBezTo>
                <a:cubicBezTo>
                  <a:pt x="3094" y="69"/>
                  <a:pt x="3096" y="81"/>
                  <a:pt x="3096" y="93"/>
                </a:cubicBezTo>
                <a:lnTo>
                  <a:pt x="3096" y="464"/>
                </a:lnTo>
                <a:cubicBezTo>
                  <a:pt x="3096" y="477"/>
                  <a:pt x="3094" y="489"/>
                  <a:pt x="3089" y="500"/>
                </a:cubicBezTo>
                <a:cubicBezTo>
                  <a:pt x="3085" y="511"/>
                  <a:pt x="3078" y="521"/>
                  <a:pt x="3069" y="530"/>
                </a:cubicBezTo>
                <a:cubicBezTo>
                  <a:pt x="3059" y="539"/>
                  <a:pt x="3049" y="545"/>
                  <a:pt x="3038" y="550"/>
                </a:cubicBezTo>
                <a:cubicBezTo>
                  <a:pt x="3027" y="555"/>
                  <a:pt x="3015" y="557"/>
                  <a:pt x="3003" y="557"/>
                </a:cubicBezTo>
                <a:lnTo>
                  <a:pt x="92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5" y="545"/>
                  <a:pt x="35" y="539"/>
                  <a:pt x="27" y="530"/>
                </a:cubicBezTo>
                <a:cubicBezTo>
                  <a:pt x="18" y="521"/>
                  <a:pt x="11" y="511"/>
                  <a:pt x="7" y="500"/>
                </a:cubicBezTo>
                <a:cubicBezTo>
                  <a:pt x="2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2403360" y="3397320"/>
            <a:ext cx="6408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var="x"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3965040" y="339732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set var "x"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342880" y="3781080"/>
            <a:ext cx="1305360" cy="210240"/>
          </a:xfrm>
          <a:custGeom>
            <a:avLst/>
            <a:gdLst/>
            <a:ahLst/>
            <a:rect l="0" t="0" r="r" b="b"/>
            <a:pathLst>
              <a:path w="3626" h="584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3520" y="0"/>
                </a:lnTo>
                <a:cubicBezTo>
                  <a:pt x="3534" y="0"/>
                  <a:pt x="3548" y="3"/>
                  <a:pt x="3561" y="9"/>
                </a:cubicBezTo>
                <a:cubicBezTo>
                  <a:pt x="3574" y="14"/>
                  <a:pt x="3585" y="22"/>
                  <a:pt x="3595" y="31"/>
                </a:cubicBezTo>
                <a:cubicBezTo>
                  <a:pt x="3605" y="41"/>
                  <a:pt x="3613" y="53"/>
                  <a:pt x="3618" y="66"/>
                </a:cubicBezTo>
                <a:cubicBezTo>
                  <a:pt x="3623" y="79"/>
                  <a:pt x="3626" y="92"/>
                  <a:pt x="3626" y="106"/>
                </a:cubicBezTo>
                <a:lnTo>
                  <a:pt x="3626" y="478"/>
                </a:lnTo>
                <a:cubicBezTo>
                  <a:pt x="3626" y="492"/>
                  <a:pt x="3623" y="505"/>
                  <a:pt x="3618" y="518"/>
                </a:cubicBezTo>
                <a:cubicBezTo>
                  <a:pt x="3613" y="531"/>
                  <a:pt x="3605" y="543"/>
                  <a:pt x="3595" y="553"/>
                </a:cubicBezTo>
                <a:cubicBezTo>
                  <a:pt x="3585" y="562"/>
                  <a:pt x="3574" y="570"/>
                  <a:pt x="3561" y="575"/>
                </a:cubicBezTo>
                <a:cubicBezTo>
                  <a:pt x="3548" y="581"/>
                  <a:pt x="3534" y="584"/>
                  <a:pt x="3520" y="584"/>
                </a:cubicBezTo>
                <a:lnTo>
                  <a:pt x="106" y="584"/>
                </a:lnTo>
                <a:cubicBezTo>
                  <a:pt x="92" y="584"/>
                  <a:pt x="79" y="581"/>
                  <a:pt x="66" y="575"/>
                </a:cubicBezTo>
                <a:cubicBezTo>
                  <a:pt x="53" y="570"/>
                  <a:pt x="41" y="562"/>
                  <a:pt x="31" y="553"/>
                </a:cubicBezTo>
                <a:cubicBezTo>
                  <a:pt x="21" y="543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347560" y="3786120"/>
            <a:ext cx="1296000" cy="200160"/>
          </a:xfrm>
          <a:custGeom>
            <a:avLst/>
            <a:gdLst/>
            <a:ahLst/>
            <a:rect l="0" t="0" r="r" b="b"/>
            <a:pathLst>
              <a:path w="3600" h="556">
                <a:moveTo>
                  <a:pt x="0" y="464"/>
                </a:moveTo>
                <a:lnTo>
                  <a:pt x="0" y="92"/>
                </a:lnTo>
                <a:cubicBezTo>
                  <a:pt x="0" y="80"/>
                  <a:pt x="3" y="68"/>
                  <a:pt x="8" y="57"/>
                </a:cubicBezTo>
                <a:cubicBezTo>
                  <a:pt x="12" y="46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3507" y="0"/>
                </a:lnTo>
                <a:cubicBezTo>
                  <a:pt x="3519" y="0"/>
                  <a:pt x="3531" y="2"/>
                  <a:pt x="3543" y="7"/>
                </a:cubicBezTo>
                <a:cubicBezTo>
                  <a:pt x="3554" y="11"/>
                  <a:pt x="3564" y="18"/>
                  <a:pt x="3573" y="27"/>
                </a:cubicBezTo>
                <a:cubicBezTo>
                  <a:pt x="3581" y="35"/>
                  <a:pt x="3588" y="46"/>
                  <a:pt x="3593" y="57"/>
                </a:cubicBezTo>
                <a:cubicBezTo>
                  <a:pt x="3597" y="68"/>
                  <a:pt x="3600" y="80"/>
                  <a:pt x="3600" y="92"/>
                </a:cubicBezTo>
                <a:lnTo>
                  <a:pt x="3600" y="464"/>
                </a:lnTo>
                <a:cubicBezTo>
                  <a:pt x="3600" y="476"/>
                  <a:pt x="3597" y="488"/>
                  <a:pt x="3593" y="499"/>
                </a:cubicBezTo>
                <a:cubicBezTo>
                  <a:pt x="3588" y="510"/>
                  <a:pt x="3581" y="521"/>
                  <a:pt x="3573" y="529"/>
                </a:cubicBezTo>
                <a:cubicBezTo>
                  <a:pt x="3564" y="538"/>
                  <a:pt x="3554" y="545"/>
                  <a:pt x="3543" y="549"/>
                </a:cubicBezTo>
                <a:cubicBezTo>
                  <a:pt x="3531" y="554"/>
                  <a:pt x="3519" y="556"/>
                  <a:pt x="3507" y="556"/>
                </a:cubicBezTo>
                <a:lnTo>
                  <a:pt x="93" y="556"/>
                </a:lnTo>
                <a:cubicBezTo>
                  <a:pt x="81" y="556"/>
                  <a:pt x="69" y="554"/>
                  <a:pt x="58" y="549"/>
                </a:cubicBezTo>
                <a:cubicBezTo>
                  <a:pt x="46" y="545"/>
                  <a:pt x="36" y="538"/>
                  <a:pt x="28" y="529"/>
                </a:cubicBezTo>
                <a:cubicBezTo>
                  <a:pt x="19" y="521"/>
                  <a:pt x="12" y="510"/>
                  <a:pt x="8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590400" y="3774600"/>
            <a:ext cx="5403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Local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3904920" y="3781080"/>
            <a:ext cx="1400760" cy="210240"/>
          </a:xfrm>
          <a:custGeom>
            <a:avLst/>
            <a:gdLst/>
            <a:ahLst/>
            <a:rect l="0" t="0" r="r" b="b"/>
            <a:pathLst>
              <a:path w="3891" h="584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3785" y="0"/>
                </a:lnTo>
                <a:cubicBezTo>
                  <a:pt x="3799" y="0"/>
                  <a:pt x="3812" y="3"/>
                  <a:pt x="3825" y="9"/>
                </a:cubicBezTo>
                <a:cubicBezTo>
                  <a:pt x="3838" y="14"/>
                  <a:pt x="3850" y="22"/>
                  <a:pt x="3860" y="31"/>
                </a:cubicBezTo>
                <a:cubicBezTo>
                  <a:pt x="3870" y="41"/>
                  <a:pt x="3877" y="53"/>
                  <a:pt x="3883" y="66"/>
                </a:cubicBezTo>
                <a:cubicBezTo>
                  <a:pt x="3888" y="79"/>
                  <a:pt x="3891" y="92"/>
                  <a:pt x="3891" y="106"/>
                </a:cubicBezTo>
                <a:lnTo>
                  <a:pt x="3891" y="478"/>
                </a:lnTo>
                <a:cubicBezTo>
                  <a:pt x="3891" y="492"/>
                  <a:pt x="3888" y="505"/>
                  <a:pt x="3883" y="518"/>
                </a:cubicBezTo>
                <a:cubicBezTo>
                  <a:pt x="3877" y="531"/>
                  <a:pt x="3870" y="543"/>
                  <a:pt x="3860" y="553"/>
                </a:cubicBezTo>
                <a:cubicBezTo>
                  <a:pt x="3850" y="562"/>
                  <a:pt x="3838" y="570"/>
                  <a:pt x="3825" y="575"/>
                </a:cubicBezTo>
                <a:cubicBezTo>
                  <a:pt x="3812" y="581"/>
                  <a:pt x="3799" y="584"/>
                  <a:pt x="3785" y="584"/>
                </a:cubicBezTo>
                <a:lnTo>
                  <a:pt x="106" y="584"/>
                </a:lnTo>
                <a:cubicBezTo>
                  <a:pt x="92" y="584"/>
                  <a:pt x="79" y="581"/>
                  <a:pt x="66" y="575"/>
                </a:cubicBezTo>
                <a:cubicBezTo>
                  <a:pt x="53" y="570"/>
                  <a:pt x="41" y="562"/>
                  <a:pt x="31" y="553"/>
                </a:cubicBezTo>
                <a:cubicBezTo>
                  <a:pt x="21" y="543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3909960" y="3786120"/>
            <a:ext cx="1391040" cy="200160"/>
          </a:xfrm>
          <a:custGeom>
            <a:avLst/>
            <a:gdLst/>
            <a:ahLst/>
            <a:rect l="0" t="0" r="r" b="b"/>
            <a:pathLst>
              <a:path w="3864" h="556">
                <a:moveTo>
                  <a:pt x="0" y="46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3771" y="0"/>
                </a:lnTo>
                <a:cubicBezTo>
                  <a:pt x="3783" y="0"/>
                  <a:pt x="3795" y="2"/>
                  <a:pt x="3806" y="7"/>
                </a:cubicBezTo>
                <a:cubicBezTo>
                  <a:pt x="3818" y="11"/>
                  <a:pt x="3828" y="18"/>
                  <a:pt x="3836" y="27"/>
                </a:cubicBezTo>
                <a:cubicBezTo>
                  <a:pt x="3845" y="35"/>
                  <a:pt x="3852" y="46"/>
                  <a:pt x="3857" y="57"/>
                </a:cubicBezTo>
                <a:cubicBezTo>
                  <a:pt x="3861" y="68"/>
                  <a:pt x="3864" y="80"/>
                  <a:pt x="3864" y="92"/>
                </a:cubicBezTo>
                <a:lnTo>
                  <a:pt x="3864" y="464"/>
                </a:lnTo>
                <a:cubicBezTo>
                  <a:pt x="3864" y="476"/>
                  <a:pt x="3861" y="488"/>
                  <a:pt x="3857" y="499"/>
                </a:cubicBezTo>
                <a:cubicBezTo>
                  <a:pt x="3852" y="510"/>
                  <a:pt x="3845" y="521"/>
                  <a:pt x="3836" y="529"/>
                </a:cubicBezTo>
                <a:cubicBezTo>
                  <a:pt x="3828" y="538"/>
                  <a:pt x="3818" y="545"/>
                  <a:pt x="3806" y="549"/>
                </a:cubicBezTo>
                <a:cubicBezTo>
                  <a:pt x="3795" y="554"/>
                  <a:pt x="3783" y="556"/>
                  <a:pt x="3771" y="556"/>
                </a:cubicBezTo>
                <a:lnTo>
                  <a:pt x="92" y="556"/>
                </a:lnTo>
                <a:cubicBezTo>
                  <a:pt x="80" y="556"/>
                  <a:pt x="68" y="554"/>
                  <a:pt x="57" y="549"/>
                </a:cubicBezTo>
                <a:cubicBezTo>
                  <a:pt x="45" y="545"/>
                  <a:pt x="35" y="538"/>
                  <a:pt x="27" y="529"/>
                </a:cubicBezTo>
                <a:cubicBezTo>
                  <a:pt x="18" y="521"/>
                  <a:pt x="11" y="510"/>
                  <a:pt x="7" y="499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2403360" y="3797280"/>
            <a:ext cx="11894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local var="x"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3965040" y="3797280"/>
            <a:ext cx="12808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set -l var "x"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342880" y="4171680"/>
            <a:ext cx="1219680" cy="209880"/>
          </a:xfrm>
          <a:custGeom>
            <a:avLst/>
            <a:gdLst/>
            <a:ahLst/>
            <a:rect l="0" t="0" r="r" b="b"/>
            <a:pathLst>
              <a:path w="338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282" y="0"/>
                </a:lnTo>
                <a:cubicBezTo>
                  <a:pt x="3296" y="0"/>
                  <a:pt x="3310" y="3"/>
                  <a:pt x="3323" y="8"/>
                </a:cubicBezTo>
                <a:cubicBezTo>
                  <a:pt x="3336" y="14"/>
                  <a:pt x="3347" y="21"/>
                  <a:pt x="3357" y="31"/>
                </a:cubicBezTo>
                <a:cubicBezTo>
                  <a:pt x="3367" y="41"/>
                  <a:pt x="3374" y="53"/>
                  <a:pt x="3380" y="66"/>
                </a:cubicBezTo>
                <a:cubicBezTo>
                  <a:pt x="3385" y="79"/>
                  <a:pt x="3388" y="92"/>
                  <a:pt x="3388" y="106"/>
                </a:cubicBezTo>
                <a:lnTo>
                  <a:pt x="3388" y="477"/>
                </a:lnTo>
                <a:cubicBezTo>
                  <a:pt x="3388" y="492"/>
                  <a:pt x="3385" y="505"/>
                  <a:pt x="3380" y="518"/>
                </a:cubicBezTo>
                <a:cubicBezTo>
                  <a:pt x="3374" y="531"/>
                  <a:pt x="3367" y="542"/>
                  <a:pt x="3357" y="552"/>
                </a:cubicBezTo>
                <a:cubicBezTo>
                  <a:pt x="3347" y="562"/>
                  <a:pt x="3336" y="570"/>
                  <a:pt x="3323" y="575"/>
                </a:cubicBezTo>
                <a:cubicBezTo>
                  <a:pt x="3310" y="581"/>
                  <a:pt x="3296" y="583"/>
                  <a:pt x="3282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2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347560" y="4176360"/>
            <a:ext cx="1210320" cy="200520"/>
          </a:xfrm>
          <a:custGeom>
            <a:avLst/>
            <a:gdLst/>
            <a:ahLst/>
            <a:rect l="0" t="0" r="r" b="b"/>
            <a:pathLst>
              <a:path w="3362" h="557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3" y="69"/>
                  <a:pt x="8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lnTo>
                  <a:pt x="3269" y="0"/>
                </a:lnTo>
                <a:cubicBezTo>
                  <a:pt x="3281" y="0"/>
                  <a:pt x="3293" y="3"/>
                  <a:pt x="3305" y="8"/>
                </a:cubicBezTo>
                <a:cubicBezTo>
                  <a:pt x="3316" y="12"/>
                  <a:pt x="3326" y="19"/>
                  <a:pt x="3335" y="28"/>
                </a:cubicBezTo>
                <a:cubicBezTo>
                  <a:pt x="3343" y="36"/>
                  <a:pt x="3350" y="46"/>
                  <a:pt x="3355" y="58"/>
                </a:cubicBezTo>
                <a:cubicBezTo>
                  <a:pt x="3359" y="69"/>
                  <a:pt x="3362" y="81"/>
                  <a:pt x="3362" y="93"/>
                </a:cubicBezTo>
                <a:lnTo>
                  <a:pt x="3362" y="464"/>
                </a:lnTo>
                <a:cubicBezTo>
                  <a:pt x="3362" y="477"/>
                  <a:pt x="3359" y="489"/>
                  <a:pt x="3355" y="500"/>
                </a:cubicBezTo>
                <a:cubicBezTo>
                  <a:pt x="3350" y="511"/>
                  <a:pt x="3343" y="521"/>
                  <a:pt x="3335" y="530"/>
                </a:cubicBezTo>
                <a:cubicBezTo>
                  <a:pt x="3326" y="539"/>
                  <a:pt x="3316" y="545"/>
                  <a:pt x="3305" y="550"/>
                </a:cubicBezTo>
                <a:cubicBezTo>
                  <a:pt x="3293" y="555"/>
                  <a:pt x="3281" y="557"/>
                  <a:pt x="3269" y="557"/>
                </a:cubicBezTo>
                <a:lnTo>
                  <a:pt x="93" y="557"/>
                </a:lnTo>
                <a:cubicBezTo>
                  <a:pt x="81" y="557"/>
                  <a:pt x="69" y="555"/>
                  <a:pt x="58" y="550"/>
                </a:cubicBezTo>
                <a:cubicBezTo>
                  <a:pt x="46" y="545"/>
                  <a:pt x="36" y="539"/>
                  <a:pt x="28" y="530"/>
                </a:cubicBezTo>
                <a:cubicBezTo>
                  <a:pt x="19" y="521"/>
                  <a:pt x="12" y="511"/>
                  <a:pt x="8" y="500"/>
                </a:cubicBezTo>
                <a:cubicBezTo>
                  <a:pt x="3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590400" y="4165200"/>
            <a:ext cx="6469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Global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904920" y="4171680"/>
            <a:ext cx="1305360" cy="209880"/>
          </a:xfrm>
          <a:custGeom>
            <a:avLst/>
            <a:gdLst/>
            <a:ahLst/>
            <a:rect l="0" t="0" r="r" b="b"/>
            <a:pathLst>
              <a:path w="3626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520" y="0"/>
                </a:lnTo>
                <a:cubicBezTo>
                  <a:pt x="3534" y="0"/>
                  <a:pt x="3548" y="3"/>
                  <a:pt x="3561" y="8"/>
                </a:cubicBezTo>
                <a:cubicBezTo>
                  <a:pt x="3574" y="14"/>
                  <a:pt x="3585" y="21"/>
                  <a:pt x="3595" y="31"/>
                </a:cubicBezTo>
                <a:cubicBezTo>
                  <a:pt x="3605" y="41"/>
                  <a:pt x="3613" y="53"/>
                  <a:pt x="3618" y="66"/>
                </a:cubicBezTo>
                <a:cubicBezTo>
                  <a:pt x="3624" y="79"/>
                  <a:pt x="3626" y="92"/>
                  <a:pt x="3626" y="106"/>
                </a:cubicBezTo>
                <a:lnTo>
                  <a:pt x="3626" y="477"/>
                </a:lnTo>
                <a:cubicBezTo>
                  <a:pt x="3626" y="492"/>
                  <a:pt x="3624" y="505"/>
                  <a:pt x="3618" y="518"/>
                </a:cubicBezTo>
                <a:cubicBezTo>
                  <a:pt x="3613" y="531"/>
                  <a:pt x="3605" y="542"/>
                  <a:pt x="3595" y="552"/>
                </a:cubicBezTo>
                <a:cubicBezTo>
                  <a:pt x="3585" y="562"/>
                  <a:pt x="3574" y="570"/>
                  <a:pt x="3561" y="575"/>
                </a:cubicBezTo>
                <a:cubicBezTo>
                  <a:pt x="3548" y="581"/>
                  <a:pt x="3534" y="583"/>
                  <a:pt x="3520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2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909960" y="4176360"/>
            <a:ext cx="1295640" cy="200520"/>
          </a:xfrm>
          <a:custGeom>
            <a:avLst/>
            <a:gdLst/>
            <a:ahLst/>
            <a:rect l="0" t="0" r="r" b="b"/>
            <a:pathLst>
              <a:path w="3599" h="557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3506" y="0"/>
                </a:lnTo>
                <a:cubicBezTo>
                  <a:pt x="3519" y="0"/>
                  <a:pt x="3530" y="3"/>
                  <a:pt x="3542" y="8"/>
                </a:cubicBezTo>
                <a:cubicBezTo>
                  <a:pt x="3553" y="12"/>
                  <a:pt x="3563" y="19"/>
                  <a:pt x="3572" y="28"/>
                </a:cubicBezTo>
                <a:cubicBezTo>
                  <a:pt x="3581" y="36"/>
                  <a:pt x="3587" y="46"/>
                  <a:pt x="3592" y="58"/>
                </a:cubicBezTo>
                <a:cubicBezTo>
                  <a:pt x="3597" y="69"/>
                  <a:pt x="3599" y="81"/>
                  <a:pt x="3599" y="93"/>
                </a:cubicBezTo>
                <a:lnTo>
                  <a:pt x="3599" y="464"/>
                </a:lnTo>
                <a:cubicBezTo>
                  <a:pt x="3599" y="477"/>
                  <a:pt x="3597" y="489"/>
                  <a:pt x="3592" y="500"/>
                </a:cubicBezTo>
                <a:cubicBezTo>
                  <a:pt x="3587" y="511"/>
                  <a:pt x="3581" y="521"/>
                  <a:pt x="3572" y="530"/>
                </a:cubicBezTo>
                <a:cubicBezTo>
                  <a:pt x="3563" y="539"/>
                  <a:pt x="3553" y="545"/>
                  <a:pt x="3542" y="550"/>
                </a:cubicBezTo>
                <a:cubicBezTo>
                  <a:pt x="3530" y="555"/>
                  <a:pt x="3519" y="557"/>
                  <a:pt x="3506" y="557"/>
                </a:cubicBezTo>
                <a:lnTo>
                  <a:pt x="92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5" y="545"/>
                  <a:pt x="35" y="539"/>
                  <a:pt x="27" y="530"/>
                </a:cubicBezTo>
                <a:cubicBezTo>
                  <a:pt x="18" y="521"/>
                  <a:pt x="11" y="511"/>
                  <a:pt x="7" y="500"/>
                </a:cubicBezTo>
                <a:cubicBezTo>
                  <a:pt x="2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2403360" y="4187880"/>
            <a:ext cx="1098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export VAR=x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3965040" y="4187880"/>
            <a:ext cx="11894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set -gx VAR x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1885680" y="4657680"/>
            <a:ext cx="200520" cy="209880"/>
          </a:xfrm>
          <a:custGeom>
            <a:avLst/>
            <a:gdLst/>
            <a:ahLst/>
            <a:rect l="0" t="0" r="r" b="b"/>
            <a:pathLst>
              <a:path w="557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lnTo>
                  <a:pt x="451" y="0"/>
                </a:lnTo>
                <a:cubicBezTo>
                  <a:pt x="465" y="0"/>
                  <a:pt x="479" y="2"/>
                  <a:pt x="492" y="8"/>
                </a:cubicBezTo>
                <a:cubicBezTo>
                  <a:pt x="505" y="13"/>
                  <a:pt x="516" y="21"/>
                  <a:pt x="526" y="31"/>
                </a:cubicBezTo>
                <a:cubicBezTo>
                  <a:pt x="536" y="41"/>
                  <a:pt x="543" y="52"/>
                  <a:pt x="549" y="65"/>
                </a:cubicBezTo>
                <a:cubicBezTo>
                  <a:pt x="554" y="78"/>
                  <a:pt x="557" y="91"/>
                  <a:pt x="557" y="105"/>
                </a:cubicBezTo>
                <a:lnTo>
                  <a:pt x="557" y="477"/>
                </a:lnTo>
                <a:cubicBezTo>
                  <a:pt x="557" y="491"/>
                  <a:pt x="554" y="504"/>
                  <a:pt x="549" y="517"/>
                </a:cubicBezTo>
                <a:cubicBezTo>
                  <a:pt x="543" y="530"/>
                  <a:pt x="536" y="542"/>
                  <a:pt x="526" y="552"/>
                </a:cubicBezTo>
                <a:cubicBezTo>
                  <a:pt x="516" y="562"/>
                  <a:pt x="505" y="569"/>
                  <a:pt x="492" y="575"/>
                </a:cubicBezTo>
                <a:cubicBezTo>
                  <a:pt x="479" y="580"/>
                  <a:pt x="465" y="583"/>
                  <a:pt x="451" y="583"/>
                </a:cubicBezTo>
                <a:lnTo>
                  <a:pt x="107" y="583"/>
                </a:lnTo>
                <a:cubicBezTo>
                  <a:pt x="93" y="583"/>
                  <a:pt x="80" y="580"/>
                  <a:pt x="67" y="575"/>
                </a:cubicBezTo>
                <a:cubicBezTo>
                  <a:pt x="54" y="569"/>
                  <a:pt x="42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890360" y="4662360"/>
            <a:ext cx="191160" cy="200160"/>
          </a:xfrm>
          <a:custGeom>
            <a:avLst/>
            <a:gdLst/>
            <a:ahLst/>
            <a:rect l="0" t="0" r="r" b="b"/>
            <a:pathLst>
              <a:path w="531" h="556">
                <a:moveTo>
                  <a:pt x="0" y="464"/>
                </a:moveTo>
                <a:lnTo>
                  <a:pt x="0" y="93"/>
                </a:lnTo>
                <a:cubicBezTo>
                  <a:pt x="0" y="80"/>
                  <a:pt x="3" y="68"/>
                  <a:pt x="8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438" y="0"/>
                </a:lnTo>
                <a:cubicBezTo>
                  <a:pt x="450" y="0"/>
                  <a:pt x="462" y="2"/>
                  <a:pt x="473" y="7"/>
                </a:cubicBezTo>
                <a:cubicBezTo>
                  <a:pt x="485" y="12"/>
                  <a:pt x="495" y="18"/>
                  <a:pt x="504" y="27"/>
                </a:cubicBezTo>
                <a:cubicBezTo>
                  <a:pt x="512" y="36"/>
                  <a:pt x="519" y="46"/>
                  <a:pt x="524" y="57"/>
                </a:cubicBezTo>
                <a:cubicBezTo>
                  <a:pt x="528" y="68"/>
                  <a:pt x="531" y="80"/>
                  <a:pt x="531" y="93"/>
                </a:cubicBezTo>
                <a:lnTo>
                  <a:pt x="531" y="464"/>
                </a:lnTo>
                <a:cubicBezTo>
                  <a:pt x="531" y="476"/>
                  <a:pt x="528" y="488"/>
                  <a:pt x="524" y="499"/>
                </a:cubicBezTo>
                <a:cubicBezTo>
                  <a:pt x="519" y="511"/>
                  <a:pt x="512" y="521"/>
                  <a:pt x="504" y="529"/>
                </a:cubicBezTo>
                <a:cubicBezTo>
                  <a:pt x="495" y="538"/>
                  <a:pt x="485" y="545"/>
                  <a:pt x="473" y="549"/>
                </a:cubicBezTo>
                <a:cubicBezTo>
                  <a:pt x="462" y="554"/>
                  <a:pt x="450" y="556"/>
                  <a:pt x="438" y="556"/>
                </a:cubicBezTo>
                <a:lnTo>
                  <a:pt x="93" y="556"/>
                </a:lnTo>
                <a:cubicBezTo>
                  <a:pt x="81" y="556"/>
                  <a:pt x="69" y="554"/>
                  <a:pt x="58" y="549"/>
                </a:cubicBezTo>
                <a:cubicBezTo>
                  <a:pt x="46" y="545"/>
                  <a:pt x="36" y="538"/>
                  <a:pt x="28" y="529"/>
                </a:cubicBezTo>
                <a:cubicBezTo>
                  <a:pt x="19" y="521"/>
                  <a:pt x="12" y="511"/>
                  <a:pt x="8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590400" y="4651200"/>
            <a:ext cx="12945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Espacios en 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369520" y="4531680"/>
            <a:ext cx="166320" cy="166320"/>
          </a:xfrm>
          <a:custGeom>
            <a:avLst/>
            <a:gdLst/>
            <a:ahLst/>
            <a:rect l="0" t="0" r="r" b="b"/>
            <a:pathLst>
              <a:path w="462" h="462">
                <a:moveTo>
                  <a:pt x="282" y="232"/>
                </a:moveTo>
                <a:lnTo>
                  <a:pt x="453" y="60"/>
                </a:lnTo>
                <a:cubicBezTo>
                  <a:pt x="466" y="46"/>
                  <a:pt x="466" y="24"/>
                  <a:pt x="453" y="10"/>
                </a:cubicBezTo>
                <a:cubicBezTo>
                  <a:pt x="439" y="-3"/>
                  <a:pt x="417" y="-3"/>
                  <a:pt x="403" y="10"/>
                </a:cubicBezTo>
                <a:lnTo>
                  <a:pt x="232" y="182"/>
                </a:lnTo>
                <a:lnTo>
                  <a:pt x="61" y="10"/>
                </a:lnTo>
                <a:cubicBezTo>
                  <a:pt x="47" y="-3"/>
                  <a:pt x="25" y="-3"/>
                  <a:pt x="11" y="10"/>
                </a:cubicBezTo>
                <a:cubicBezTo>
                  <a:pt x="-2" y="24"/>
                  <a:pt x="-2" y="46"/>
                  <a:pt x="11" y="60"/>
                </a:cubicBezTo>
                <a:lnTo>
                  <a:pt x="183" y="232"/>
                </a:lnTo>
                <a:lnTo>
                  <a:pt x="11" y="403"/>
                </a:lnTo>
                <a:cubicBezTo>
                  <a:pt x="-3" y="416"/>
                  <a:pt x="-3" y="439"/>
                  <a:pt x="11" y="452"/>
                </a:cubicBezTo>
                <a:cubicBezTo>
                  <a:pt x="18" y="459"/>
                  <a:pt x="27" y="462"/>
                  <a:pt x="36" y="462"/>
                </a:cubicBezTo>
                <a:cubicBezTo>
                  <a:pt x="45" y="462"/>
                  <a:pt x="53" y="459"/>
                  <a:pt x="60" y="452"/>
                </a:cubicBezTo>
                <a:lnTo>
                  <a:pt x="233" y="281"/>
                </a:lnTo>
                <a:lnTo>
                  <a:pt x="403" y="452"/>
                </a:lnTo>
                <a:cubicBezTo>
                  <a:pt x="410" y="459"/>
                  <a:pt x="419" y="462"/>
                  <a:pt x="428" y="462"/>
                </a:cubicBezTo>
                <a:cubicBezTo>
                  <a:pt x="437" y="462"/>
                  <a:pt x="446" y="459"/>
                  <a:pt x="453" y="452"/>
                </a:cubicBezTo>
                <a:cubicBezTo>
                  <a:pt x="466" y="438"/>
                  <a:pt x="466" y="416"/>
                  <a:pt x="453" y="402"/>
                </a:cubicBezTo>
                <a:lnTo>
                  <a:pt x="282" y="232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940400" y="4673520"/>
            <a:ext cx="1522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=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3924000" y="4524120"/>
            <a:ext cx="181440" cy="181440"/>
          </a:xfrm>
          <a:custGeom>
            <a:avLst/>
            <a:gdLst/>
            <a:ahLst/>
            <a:rect l="0" t="0" r="r" b="b"/>
            <a:pathLst>
              <a:path w="504" h="504">
                <a:moveTo>
                  <a:pt x="504" y="448"/>
                </a:moveTo>
                <a:cubicBezTo>
                  <a:pt x="504" y="479"/>
                  <a:pt x="479" y="504"/>
                  <a:pt x="448" y="504"/>
                </a:cubicBezTo>
                <a:lnTo>
                  <a:pt x="56" y="504"/>
                </a:lnTo>
                <a:cubicBezTo>
                  <a:pt x="25" y="504"/>
                  <a:pt x="0" y="479"/>
                  <a:pt x="0" y="448"/>
                </a:cubicBezTo>
                <a:lnTo>
                  <a:pt x="0" y="56"/>
                </a:lnTo>
                <a:cubicBezTo>
                  <a:pt x="0" y="25"/>
                  <a:pt x="25" y="0"/>
                  <a:pt x="56" y="0"/>
                </a:cubicBezTo>
                <a:lnTo>
                  <a:pt x="448" y="0"/>
                </a:lnTo>
                <a:cubicBezTo>
                  <a:pt x="479" y="0"/>
                  <a:pt x="504" y="25"/>
                  <a:pt x="504" y="56"/>
                </a:cubicBezTo>
                <a:lnTo>
                  <a:pt x="504" y="448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3952800" y="4554000"/>
            <a:ext cx="124560" cy="122040"/>
          </a:xfrm>
          <a:custGeom>
            <a:avLst/>
            <a:gdLst/>
            <a:ahLst/>
            <a:rect l="0" t="0" r="r" b="b"/>
            <a:pathLst>
              <a:path w="346" h="339">
                <a:moveTo>
                  <a:pt x="330" y="5"/>
                </a:moveTo>
                <a:cubicBezTo>
                  <a:pt x="314" y="-5"/>
                  <a:pt x="292" y="-1"/>
                  <a:pt x="282" y="15"/>
                </a:cubicBezTo>
                <a:lnTo>
                  <a:pt x="129" y="251"/>
                </a:lnTo>
                <a:lnTo>
                  <a:pt x="59" y="186"/>
                </a:lnTo>
                <a:cubicBezTo>
                  <a:pt x="45" y="173"/>
                  <a:pt x="22" y="173"/>
                  <a:pt x="9" y="188"/>
                </a:cubicBezTo>
                <a:cubicBezTo>
                  <a:pt x="-4" y="202"/>
                  <a:pt x="-3" y="224"/>
                  <a:pt x="11" y="237"/>
                </a:cubicBezTo>
                <a:lnTo>
                  <a:pt x="112" y="330"/>
                </a:lnTo>
                <a:cubicBezTo>
                  <a:pt x="119" y="336"/>
                  <a:pt x="127" y="339"/>
                  <a:pt x="136" y="339"/>
                </a:cubicBezTo>
                <a:cubicBezTo>
                  <a:pt x="145" y="339"/>
                  <a:pt x="157" y="335"/>
                  <a:pt x="165" y="323"/>
                </a:cubicBezTo>
                <a:cubicBezTo>
                  <a:pt x="170" y="316"/>
                  <a:pt x="340" y="54"/>
                  <a:pt x="340" y="54"/>
                </a:cubicBezTo>
                <a:cubicBezTo>
                  <a:pt x="351" y="38"/>
                  <a:pt x="346" y="16"/>
                  <a:pt x="330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2346120" y="4736880"/>
            <a:ext cx="9716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fb7185"/>
                </a:solidFill>
                <a:latin typeface="Courier New"/>
                <a:ea typeface="Courier New"/>
              </a:rPr>
              <a:t>Prohibido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3907800" y="4736880"/>
            <a:ext cx="9716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34d399"/>
                </a:solidFill>
                <a:latin typeface="Courier New"/>
                <a:ea typeface="Courier New"/>
              </a:rPr>
              <a:t>No aplica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466560" y="3038400"/>
            <a:ext cx="1000440" cy="333720"/>
          </a:xfrm>
          <a:custGeom>
            <a:avLst/>
            <a:gdLst/>
            <a:ahLst/>
            <a:rect l="0" t="0" r="r" b="b"/>
            <a:pathLst>
              <a:path w="2779" h="927">
                <a:moveTo>
                  <a:pt x="0" y="0"/>
                </a:moveTo>
                <a:lnTo>
                  <a:pt x="2779" y="0"/>
                </a:lnTo>
                <a:lnTo>
                  <a:pt x="277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1466640" y="3038400"/>
            <a:ext cx="1924560" cy="333720"/>
          </a:xfrm>
          <a:custGeom>
            <a:avLst/>
            <a:gdLst/>
            <a:ahLst/>
            <a:rect l="0" t="0" r="r" b="b"/>
            <a:pathLst>
              <a:path w="5346" h="927">
                <a:moveTo>
                  <a:pt x="0" y="0"/>
                </a:moveTo>
                <a:lnTo>
                  <a:pt x="5346" y="0"/>
                </a:lnTo>
                <a:lnTo>
                  <a:pt x="5346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3390840" y="3038400"/>
            <a:ext cx="1838520" cy="333720"/>
          </a:xfrm>
          <a:custGeom>
            <a:avLst/>
            <a:gdLst/>
            <a:ahLst/>
            <a:rect l="0" t="0" r="r" b="b"/>
            <a:pathLst>
              <a:path w="5107" h="927">
                <a:moveTo>
                  <a:pt x="0" y="0"/>
                </a:moveTo>
                <a:lnTo>
                  <a:pt x="5107" y="0"/>
                </a:lnTo>
                <a:lnTo>
                  <a:pt x="510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466560" y="3038400"/>
            <a:ext cx="1000440" cy="333720"/>
          </a:xfrm>
          <a:custGeom>
            <a:avLst/>
            <a:gdLst/>
            <a:ahLst/>
            <a:rect l="0" t="0" r="r" b="b"/>
            <a:pathLst>
              <a:path w="2779" h="927">
                <a:moveTo>
                  <a:pt x="0" y="0"/>
                </a:moveTo>
                <a:lnTo>
                  <a:pt x="2779" y="0"/>
                </a:lnTo>
                <a:lnTo>
                  <a:pt x="277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466640" y="3038400"/>
            <a:ext cx="1924560" cy="333720"/>
          </a:xfrm>
          <a:custGeom>
            <a:avLst/>
            <a:gdLst/>
            <a:ahLst/>
            <a:rect l="0" t="0" r="r" b="b"/>
            <a:pathLst>
              <a:path w="5346" h="927">
                <a:moveTo>
                  <a:pt x="0" y="0"/>
                </a:moveTo>
                <a:lnTo>
                  <a:pt x="5346" y="0"/>
                </a:lnTo>
                <a:lnTo>
                  <a:pt x="5346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3390840" y="3038400"/>
            <a:ext cx="1838520" cy="333720"/>
          </a:xfrm>
          <a:custGeom>
            <a:avLst/>
            <a:gdLst/>
            <a:ahLst/>
            <a:rect l="0" t="0" r="r" b="b"/>
            <a:pathLst>
              <a:path w="5107" h="927">
                <a:moveTo>
                  <a:pt x="0" y="0"/>
                </a:moveTo>
                <a:lnTo>
                  <a:pt x="5107" y="0"/>
                </a:lnTo>
                <a:lnTo>
                  <a:pt x="5107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466560" y="3371760"/>
            <a:ext cx="1000440" cy="400320"/>
          </a:xfrm>
          <a:custGeom>
            <a:avLst/>
            <a:gdLst/>
            <a:ahLst/>
            <a:rect l="0" t="0" r="r" b="b"/>
            <a:pathLst>
              <a:path w="2779" h="1112">
                <a:moveTo>
                  <a:pt x="0" y="0"/>
                </a:moveTo>
                <a:lnTo>
                  <a:pt x="2779" y="0"/>
                </a:lnTo>
                <a:lnTo>
                  <a:pt x="2779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1466640" y="3371760"/>
            <a:ext cx="1924560" cy="400320"/>
          </a:xfrm>
          <a:custGeom>
            <a:avLst/>
            <a:gdLst/>
            <a:ahLst/>
            <a:rect l="0" t="0" r="r" b="b"/>
            <a:pathLst>
              <a:path w="5346" h="1112">
                <a:moveTo>
                  <a:pt x="0" y="0"/>
                </a:moveTo>
                <a:lnTo>
                  <a:pt x="5346" y="0"/>
                </a:lnTo>
                <a:lnTo>
                  <a:pt x="5346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3390840" y="3371760"/>
            <a:ext cx="1838520" cy="400320"/>
          </a:xfrm>
          <a:custGeom>
            <a:avLst/>
            <a:gdLst/>
            <a:ahLst/>
            <a:rect l="0" t="0" r="r" b="b"/>
            <a:pathLst>
              <a:path w="5107" h="1112">
                <a:moveTo>
                  <a:pt x="0" y="0"/>
                </a:moveTo>
                <a:lnTo>
                  <a:pt x="5107" y="0"/>
                </a:lnTo>
                <a:lnTo>
                  <a:pt x="510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466560" y="3771720"/>
            <a:ext cx="1000440" cy="390960"/>
          </a:xfrm>
          <a:custGeom>
            <a:avLst/>
            <a:gdLst/>
            <a:ahLst/>
            <a:rect l="0" t="0" r="r" b="b"/>
            <a:pathLst>
              <a:path w="2779" h="1086">
                <a:moveTo>
                  <a:pt x="0" y="0"/>
                </a:moveTo>
                <a:lnTo>
                  <a:pt x="2779" y="0"/>
                </a:lnTo>
                <a:lnTo>
                  <a:pt x="277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466640" y="3771720"/>
            <a:ext cx="1924560" cy="390960"/>
          </a:xfrm>
          <a:custGeom>
            <a:avLst/>
            <a:gdLst/>
            <a:ahLst/>
            <a:rect l="0" t="0" r="r" b="b"/>
            <a:pathLst>
              <a:path w="5346" h="1086">
                <a:moveTo>
                  <a:pt x="0" y="0"/>
                </a:moveTo>
                <a:lnTo>
                  <a:pt x="5346" y="0"/>
                </a:lnTo>
                <a:lnTo>
                  <a:pt x="534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3390840" y="3771720"/>
            <a:ext cx="1838520" cy="390960"/>
          </a:xfrm>
          <a:custGeom>
            <a:avLst/>
            <a:gdLst/>
            <a:ahLst/>
            <a:rect l="0" t="0" r="r" b="b"/>
            <a:pathLst>
              <a:path w="5107" h="1086">
                <a:moveTo>
                  <a:pt x="0" y="0"/>
                </a:moveTo>
                <a:lnTo>
                  <a:pt x="5107" y="0"/>
                </a:lnTo>
                <a:lnTo>
                  <a:pt x="510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466560" y="3771720"/>
            <a:ext cx="1000440" cy="390960"/>
          </a:xfrm>
          <a:custGeom>
            <a:avLst/>
            <a:gdLst/>
            <a:ahLst/>
            <a:rect l="0" t="0" r="r" b="b"/>
            <a:pathLst>
              <a:path w="2779" h="1086">
                <a:moveTo>
                  <a:pt x="0" y="0"/>
                </a:moveTo>
                <a:lnTo>
                  <a:pt x="2779" y="0"/>
                </a:lnTo>
                <a:lnTo>
                  <a:pt x="277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466640" y="3771720"/>
            <a:ext cx="1924560" cy="390960"/>
          </a:xfrm>
          <a:custGeom>
            <a:avLst/>
            <a:gdLst/>
            <a:ahLst/>
            <a:rect l="0" t="0" r="r" b="b"/>
            <a:pathLst>
              <a:path w="5346" h="1086">
                <a:moveTo>
                  <a:pt x="0" y="0"/>
                </a:moveTo>
                <a:lnTo>
                  <a:pt x="5346" y="0"/>
                </a:lnTo>
                <a:lnTo>
                  <a:pt x="534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3390840" y="3771720"/>
            <a:ext cx="1838520" cy="390960"/>
          </a:xfrm>
          <a:custGeom>
            <a:avLst/>
            <a:gdLst/>
            <a:ahLst/>
            <a:rect l="0" t="0" r="r" b="b"/>
            <a:pathLst>
              <a:path w="5107" h="1086">
                <a:moveTo>
                  <a:pt x="0" y="0"/>
                </a:moveTo>
                <a:lnTo>
                  <a:pt x="5107" y="0"/>
                </a:lnTo>
                <a:lnTo>
                  <a:pt x="510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466560" y="4162320"/>
            <a:ext cx="1000440" cy="390960"/>
          </a:xfrm>
          <a:custGeom>
            <a:avLst/>
            <a:gdLst/>
            <a:ahLst/>
            <a:rect l="0" t="0" r="r" b="b"/>
            <a:pathLst>
              <a:path w="2779" h="1086">
                <a:moveTo>
                  <a:pt x="0" y="0"/>
                </a:moveTo>
                <a:lnTo>
                  <a:pt x="2779" y="0"/>
                </a:lnTo>
                <a:lnTo>
                  <a:pt x="277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466640" y="4162320"/>
            <a:ext cx="1924560" cy="390960"/>
          </a:xfrm>
          <a:custGeom>
            <a:avLst/>
            <a:gdLst/>
            <a:ahLst/>
            <a:rect l="0" t="0" r="r" b="b"/>
            <a:pathLst>
              <a:path w="5346" h="1086">
                <a:moveTo>
                  <a:pt x="0" y="0"/>
                </a:moveTo>
                <a:lnTo>
                  <a:pt x="5346" y="0"/>
                </a:lnTo>
                <a:lnTo>
                  <a:pt x="534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3390840" y="4162320"/>
            <a:ext cx="1838520" cy="390960"/>
          </a:xfrm>
          <a:custGeom>
            <a:avLst/>
            <a:gdLst/>
            <a:ahLst/>
            <a:rect l="0" t="0" r="r" b="b"/>
            <a:pathLst>
              <a:path w="5107" h="1086">
                <a:moveTo>
                  <a:pt x="0" y="0"/>
                </a:moveTo>
                <a:lnTo>
                  <a:pt x="5107" y="0"/>
                </a:lnTo>
                <a:lnTo>
                  <a:pt x="510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466560" y="4552920"/>
            <a:ext cx="1000440" cy="390600"/>
          </a:xfrm>
          <a:custGeom>
            <a:avLst/>
            <a:gdLst/>
            <a:ahLst/>
            <a:rect l="0" t="0" r="r" b="b"/>
            <a:pathLst>
              <a:path w="2779" h="1085">
                <a:moveTo>
                  <a:pt x="0" y="0"/>
                </a:moveTo>
                <a:lnTo>
                  <a:pt x="2779" y="0"/>
                </a:lnTo>
                <a:lnTo>
                  <a:pt x="2779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466640" y="4552920"/>
            <a:ext cx="1924560" cy="390600"/>
          </a:xfrm>
          <a:custGeom>
            <a:avLst/>
            <a:gdLst/>
            <a:ahLst/>
            <a:rect l="0" t="0" r="r" b="b"/>
            <a:pathLst>
              <a:path w="5346" h="1085">
                <a:moveTo>
                  <a:pt x="0" y="0"/>
                </a:moveTo>
                <a:lnTo>
                  <a:pt x="5346" y="0"/>
                </a:lnTo>
                <a:lnTo>
                  <a:pt x="5346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3390840" y="4552920"/>
            <a:ext cx="1838520" cy="390600"/>
          </a:xfrm>
          <a:custGeom>
            <a:avLst/>
            <a:gdLst/>
            <a:ahLst/>
            <a:rect l="0" t="0" r="r" b="b"/>
            <a:pathLst>
              <a:path w="5107" h="1085">
                <a:moveTo>
                  <a:pt x="0" y="0"/>
                </a:moveTo>
                <a:lnTo>
                  <a:pt x="5107" y="0"/>
                </a:lnTo>
                <a:lnTo>
                  <a:pt x="510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466560" y="4552920"/>
            <a:ext cx="1000440" cy="390600"/>
          </a:xfrm>
          <a:custGeom>
            <a:avLst/>
            <a:gdLst/>
            <a:ahLst/>
            <a:rect l="0" t="0" r="r" b="b"/>
            <a:pathLst>
              <a:path w="2779" h="1085">
                <a:moveTo>
                  <a:pt x="0" y="0"/>
                </a:moveTo>
                <a:lnTo>
                  <a:pt x="2779" y="0"/>
                </a:lnTo>
                <a:lnTo>
                  <a:pt x="2779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466640" y="4552920"/>
            <a:ext cx="1924560" cy="390600"/>
          </a:xfrm>
          <a:custGeom>
            <a:avLst/>
            <a:gdLst/>
            <a:ahLst/>
            <a:rect l="0" t="0" r="r" b="b"/>
            <a:pathLst>
              <a:path w="5346" h="1085">
                <a:moveTo>
                  <a:pt x="0" y="0"/>
                </a:moveTo>
                <a:lnTo>
                  <a:pt x="5346" y="0"/>
                </a:lnTo>
                <a:lnTo>
                  <a:pt x="5346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3390840" y="4552920"/>
            <a:ext cx="1838520" cy="390600"/>
          </a:xfrm>
          <a:custGeom>
            <a:avLst/>
            <a:gdLst/>
            <a:ahLst/>
            <a:rect l="0" t="0" r="r" b="b"/>
            <a:pathLst>
              <a:path w="5107" h="1085">
                <a:moveTo>
                  <a:pt x="0" y="0"/>
                </a:moveTo>
                <a:lnTo>
                  <a:pt x="5107" y="0"/>
                </a:lnTo>
                <a:lnTo>
                  <a:pt x="510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456840" y="3028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456840" y="302868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1457280" y="3028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466640" y="3028680"/>
            <a:ext cx="1933920" cy="10080"/>
          </a:xfrm>
          <a:custGeom>
            <a:avLst/>
            <a:gdLst/>
            <a:ahLst/>
            <a:rect l="0" t="0" r="r" b="b"/>
            <a:pathLst>
              <a:path w="5372" h="28">
                <a:moveTo>
                  <a:pt x="0" y="0"/>
                </a:moveTo>
                <a:lnTo>
                  <a:pt x="5372" y="0"/>
                </a:lnTo>
                <a:lnTo>
                  <a:pt x="53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3390840" y="3028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3400200" y="3028680"/>
            <a:ext cx="1838880" cy="10080"/>
          </a:xfrm>
          <a:custGeom>
            <a:avLst/>
            <a:gdLst/>
            <a:ahLst/>
            <a:rect l="0" t="0" r="r" b="b"/>
            <a:pathLst>
              <a:path w="5108" h="28">
                <a:moveTo>
                  <a:pt x="0" y="0"/>
                </a:moveTo>
                <a:lnTo>
                  <a:pt x="5108" y="0"/>
                </a:lnTo>
                <a:lnTo>
                  <a:pt x="51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5229000" y="3028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456840" y="3371760"/>
            <a:ext cx="1010160" cy="9720"/>
          </a:xfrm>
          <a:custGeom>
            <a:avLst/>
            <a:gdLst/>
            <a:ahLst/>
            <a:rect l="0" t="0" r="r" b="b"/>
            <a:pathLst>
              <a:path w="2806" h="27">
                <a:moveTo>
                  <a:pt x="0" y="0"/>
                </a:moveTo>
                <a:lnTo>
                  <a:pt x="2806" y="0"/>
                </a:lnTo>
                <a:lnTo>
                  <a:pt x="2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1466640" y="337176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3400200" y="3371760"/>
            <a:ext cx="1838880" cy="9720"/>
          </a:xfrm>
          <a:custGeom>
            <a:avLst/>
            <a:gdLst/>
            <a:ahLst/>
            <a:rect l="0" t="0" r="r" b="b"/>
            <a:pathLst>
              <a:path w="5108" h="27">
                <a:moveTo>
                  <a:pt x="0" y="0"/>
                </a:moveTo>
                <a:lnTo>
                  <a:pt x="5108" y="0"/>
                </a:lnTo>
                <a:lnTo>
                  <a:pt x="51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456840" y="3381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457280" y="3381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3390840" y="3381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5229000" y="3381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456840" y="3771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456840" y="3762360"/>
            <a:ext cx="1010160" cy="9720"/>
          </a:xfrm>
          <a:custGeom>
            <a:avLst/>
            <a:gdLst/>
            <a:ahLst/>
            <a:rect l="0" t="0" r="r" b="b"/>
            <a:pathLst>
              <a:path w="2806" h="27">
                <a:moveTo>
                  <a:pt x="0" y="0"/>
                </a:moveTo>
                <a:lnTo>
                  <a:pt x="2806" y="0"/>
                </a:lnTo>
                <a:lnTo>
                  <a:pt x="2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1457280" y="37717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466640" y="376236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3390840" y="37717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3400200" y="3762360"/>
            <a:ext cx="1838880" cy="9720"/>
          </a:xfrm>
          <a:custGeom>
            <a:avLst/>
            <a:gdLst/>
            <a:ahLst/>
            <a:rect l="0" t="0" r="r" b="b"/>
            <a:pathLst>
              <a:path w="5108" h="27">
                <a:moveTo>
                  <a:pt x="0" y="0"/>
                </a:moveTo>
                <a:lnTo>
                  <a:pt x="5108" y="0"/>
                </a:lnTo>
                <a:lnTo>
                  <a:pt x="51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5229000" y="3771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456840" y="4162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456840" y="415260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1457280" y="41623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466640" y="4152600"/>
            <a:ext cx="1933920" cy="10080"/>
          </a:xfrm>
          <a:custGeom>
            <a:avLst/>
            <a:gdLst/>
            <a:ahLst/>
            <a:rect l="0" t="0" r="r" b="b"/>
            <a:pathLst>
              <a:path w="5372" h="28">
                <a:moveTo>
                  <a:pt x="0" y="0"/>
                </a:moveTo>
                <a:lnTo>
                  <a:pt x="5372" y="0"/>
                </a:lnTo>
                <a:lnTo>
                  <a:pt x="53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3390840" y="41623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3400200" y="4152600"/>
            <a:ext cx="1838880" cy="10080"/>
          </a:xfrm>
          <a:custGeom>
            <a:avLst/>
            <a:gdLst/>
            <a:ahLst/>
            <a:rect l="0" t="0" r="r" b="b"/>
            <a:pathLst>
              <a:path w="5108" h="28">
                <a:moveTo>
                  <a:pt x="0" y="0"/>
                </a:moveTo>
                <a:lnTo>
                  <a:pt x="5108" y="0"/>
                </a:lnTo>
                <a:lnTo>
                  <a:pt x="51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5229000" y="4162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456840" y="4562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456840" y="4552920"/>
            <a:ext cx="1010160" cy="9720"/>
          </a:xfrm>
          <a:custGeom>
            <a:avLst/>
            <a:gdLst/>
            <a:ahLst/>
            <a:rect l="0" t="0" r="r" b="b"/>
            <a:pathLst>
              <a:path w="2806" h="27">
                <a:moveTo>
                  <a:pt x="0" y="0"/>
                </a:moveTo>
                <a:lnTo>
                  <a:pt x="2806" y="0"/>
                </a:lnTo>
                <a:lnTo>
                  <a:pt x="28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457280" y="4562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466640" y="4552920"/>
            <a:ext cx="1933920" cy="9720"/>
          </a:xfrm>
          <a:custGeom>
            <a:avLst/>
            <a:gdLst/>
            <a:ahLst/>
            <a:rect l="0" t="0" r="r" b="b"/>
            <a:pathLst>
              <a:path w="5372" h="27">
                <a:moveTo>
                  <a:pt x="0" y="0"/>
                </a:moveTo>
                <a:lnTo>
                  <a:pt x="5372" y="0"/>
                </a:lnTo>
                <a:lnTo>
                  <a:pt x="53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3390840" y="4562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3400200" y="4552920"/>
            <a:ext cx="1838880" cy="9720"/>
          </a:xfrm>
          <a:custGeom>
            <a:avLst/>
            <a:gdLst/>
            <a:ahLst/>
            <a:rect l="0" t="0" r="r" b="b"/>
            <a:pathLst>
              <a:path w="5108" h="27">
                <a:moveTo>
                  <a:pt x="0" y="0"/>
                </a:moveTo>
                <a:lnTo>
                  <a:pt x="5108" y="0"/>
                </a:lnTo>
                <a:lnTo>
                  <a:pt x="51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5229000" y="4562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456840" y="4943160"/>
            <a:ext cx="1010160" cy="10080"/>
          </a:xfrm>
          <a:custGeom>
            <a:avLst/>
            <a:gdLst/>
            <a:ahLst/>
            <a:rect l="0" t="0" r="r" b="b"/>
            <a:pathLst>
              <a:path w="2806" h="28">
                <a:moveTo>
                  <a:pt x="0" y="0"/>
                </a:moveTo>
                <a:lnTo>
                  <a:pt x="2806" y="0"/>
                </a:lnTo>
                <a:lnTo>
                  <a:pt x="28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466640" y="4943160"/>
            <a:ext cx="1933920" cy="10080"/>
          </a:xfrm>
          <a:custGeom>
            <a:avLst/>
            <a:gdLst/>
            <a:ahLst/>
            <a:rect l="0" t="0" r="r" b="b"/>
            <a:pathLst>
              <a:path w="5372" h="28">
                <a:moveTo>
                  <a:pt x="0" y="0"/>
                </a:moveTo>
                <a:lnTo>
                  <a:pt x="5372" y="0"/>
                </a:lnTo>
                <a:lnTo>
                  <a:pt x="53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3400200" y="4943160"/>
            <a:ext cx="1838880" cy="10080"/>
          </a:xfrm>
          <a:custGeom>
            <a:avLst/>
            <a:gdLst/>
            <a:ahLst/>
            <a:rect l="0" t="0" r="r" b="b"/>
            <a:pathLst>
              <a:path w="5108" h="28">
                <a:moveTo>
                  <a:pt x="0" y="0"/>
                </a:moveTo>
                <a:lnTo>
                  <a:pt x="5108" y="0"/>
                </a:lnTo>
                <a:lnTo>
                  <a:pt x="51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457200" y="1932120"/>
            <a:ext cx="474336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Condicionales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590400" y="3118680"/>
            <a:ext cx="687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CONCEPTO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963080" y="3118680"/>
            <a:ext cx="860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BASH / ZSH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4125240" y="3118680"/>
            <a:ext cx="343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FISH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590480" y="3476520"/>
            <a:ext cx="1676880" cy="209880"/>
          </a:xfrm>
          <a:custGeom>
            <a:avLst/>
            <a:gdLst/>
            <a:ahLst/>
            <a:rect l="0" t="0" r="r" b="b"/>
            <a:pathLst>
              <a:path w="4658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552" y="0"/>
                </a:lnTo>
                <a:cubicBezTo>
                  <a:pt x="4566" y="0"/>
                  <a:pt x="4579" y="2"/>
                  <a:pt x="4592" y="8"/>
                </a:cubicBezTo>
                <a:cubicBezTo>
                  <a:pt x="4605" y="13"/>
                  <a:pt x="4617" y="21"/>
                  <a:pt x="4627" y="31"/>
                </a:cubicBezTo>
                <a:cubicBezTo>
                  <a:pt x="4637" y="41"/>
                  <a:pt x="4644" y="52"/>
                  <a:pt x="4650" y="65"/>
                </a:cubicBezTo>
                <a:cubicBezTo>
                  <a:pt x="4655" y="78"/>
                  <a:pt x="4658" y="92"/>
                  <a:pt x="4658" y="106"/>
                </a:cubicBezTo>
                <a:lnTo>
                  <a:pt x="4658" y="476"/>
                </a:lnTo>
                <a:cubicBezTo>
                  <a:pt x="4658" y="490"/>
                  <a:pt x="4655" y="504"/>
                  <a:pt x="4650" y="517"/>
                </a:cubicBezTo>
                <a:cubicBezTo>
                  <a:pt x="4644" y="531"/>
                  <a:pt x="4637" y="542"/>
                  <a:pt x="4627" y="552"/>
                </a:cubicBezTo>
                <a:cubicBezTo>
                  <a:pt x="4617" y="562"/>
                  <a:pt x="4605" y="569"/>
                  <a:pt x="4592" y="575"/>
                </a:cubicBezTo>
                <a:cubicBezTo>
                  <a:pt x="4579" y="580"/>
                  <a:pt x="4566" y="583"/>
                  <a:pt x="455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595160" y="3481200"/>
            <a:ext cx="1667160" cy="200520"/>
          </a:xfrm>
          <a:custGeom>
            <a:avLst/>
            <a:gdLst/>
            <a:ahLst/>
            <a:rect l="0" t="0" r="r" b="b"/>
            <a:pathLst>
              <a:path w="4631" h="557">
                <a:moveTo>
                  <a:pt x="0" y="464"/>
                </a:moveTo>
                <a:lnTo>
                  <a:pt x="0" y="94"/>
                </a:ln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4539" y="0"/>
                </a:lnTo>
                <a:cubicBezTo>
                  <a:pt x="4551" y="0"/>
                  <a:pt x="4563" y="2"/>
                  <a:pt x="4574" y="7"/>
                </a:cubicBezTo>
                <a:cubicBezTo>
                  <a:pt x="4586" y="12"/>
                  <a:pt x="4596" y="18"/>
                  <a:pt x="4604" y="27"/>
                </a:cubicBezTo>
                <a:cubicBezTo>
                  <a:pt x="4613" y="36"/>
                  <a:pt x="4620" y="47"/>
                  <a:pt x="4624" y="58"/>
                </a:cubicBezTo>
                <a:cubicBezTo>
                  <a:pt x="4629" y="70"/>
                  <a:pt x="4631" y="81"/>
                  <a:pt x="4631" y="94"/>
                </a:cubicBezTo>
                <a:lnTo>
                  <a:pt x="4631" y="464"/>
                </a:lnTo>
                <a:cubicBezTo>
                  <a:pt x="4631" y="476"/>
                  <a:pt x="4629" y="488"/>
                  <a:pt x="4624" y="499"/>
                </a:cubicBezTo>
                <a:cubicBezTo>
                  <a:pt x="4620" y="511"/>
                  <a:pt x="4613" y="521"/>
                  <a:pt x="4604" y="530"/>
                </a:cubicBezTo>
                <a:cubicBezTo>
                  <a:pt x="4596" y="538"/>
                  <a:pt x="4586" y="545"/>
                  <a:pt x="4574" y="550"/>
                </a:cubicBezTo>
                <a:cubicBezTo>
                  <a:pt x="4563" y="554"/>
                  <a:pt x="4551" y="557"/>
                  <a:pt x="4539" y="557"/>
                </a:cubicBezTo>
                <a:lnTo>
                  <a:pt x="93" y="557"/>
                </a:lnTo>
                <a:cubicBezTo>
                  <a:pt x="81" y="557"/>
                  <a:pt x="69" y="554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9" y="521"/>
                  <a:pt x="12" y="511"/>
                  <a:pt x="7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590400" y="3470040"/>
            <a:ext cx="2156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If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3524040" y="3476520"/>
            <a:ext cx="1581480" cy="209880"/>
          </a:xfrm>
          <a:custGeom>
            <a:avLst/>
            <a:gdLst/>
            <a:ahLst/>
            <a:rect l="0" t="0" r="r" b="b"/>
            <a:pathLst>
              <a:path w="439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287" y="0"/>
                </a:lnTo>
                <a:cubicBezTo>
                  <a:pt x="4301" y="0"/>
                  <a:pt x="4315" y="2"/>
                  <a:pt x="4328" y="8"/>
                </a:cubicBezTo>
                <a:cubicBezTo>
                  <a:pt x="4341" y="13"/>
                  <a:pt x="4352" y="21"/>
                  <a:pt x="4362" y="31"/>
                </a:cubicBezTo>
                <a:cubicBezTo>
                  <a:pt x="4372" y="41"/>
                  <a:pt x="4380" y="52"/>
                  <a:pt x="4385" y="65"/>
                </a:cubicBezTo>
                <a:cubicBezTo>
                  <a:pt x="4390" y="78"/>
                  <a:pt x="4393" y="92"/>
                  <a:pt x="4393" y="106"/>
                </a:cubicBezTo>
                <a:lnTo>
                  <a:pt x="4393" y="476"/>
                </a:lnTo>
                <a:cubicBezTo>
                  <a:pt x="4393" y="490"/>
                  <a:pt x="4390" y="504"/>
                  <a:pt x="4385" y="517"/>
                </a:cubicBezTo>
                <a:cubicBezTo>
                  <a:pt x="4380" y="531"/>
                  <a:pt x="4372" y="542"/>
                  <a:pt x="4362" y="552"/>
                </a:cubicBezTo>
                <a:cubicBezTo>
                  <a:pt x="4352" y="562"/>
                  <a:pt x="4341" y="569"/>
                  <a:pt x="4328" y="575"/>
                </a:cubicBezTo>
                <a:cubicBezTo>
                  <a:pt x="4315" y="580"/>
                  <a:pt x="4301" y="583"/>
                  <a:pt x="4287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1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3528720" y="3481200"/>
            <a:ext cx="1572120" cy="200520"/>
          </a:xfrm>
          <a:custGeom>
            <a:avLst/>
            <a:gdLst/>
            <a:ahLst/>
            <a:rect l="0" t="0" r="r" b="b"/>
            <a:pathLst>
              <a:path w="4367" h="557">
                <a:moveTo>
                  <a:pt x="0" y="464"/>
                </a:moveTo>
                <a:lnTo>
                  <a:pt x="0" y="94"/>
                </a:ln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4274" y="0"/>
                </a:lnTo>
                <a:cubicBezTo>
                  <a:pt x="4287" y="0"/>
                  <a:pt x="4298" y="2"/>
                  <a:pt x="4310" y="7"/>
                </a:cubicBezTo>
                <a:cubicBezTo>
                  <a:pt x="4321" y="12"/>
                  <a:pt x="4331" y="18"/>
                  <a:pt x="4340" y="27"/>
                </a:cubicBezTo>
                <a:cubicBezTo>
                  <a:pt x="4348" y="36"/>
                  <a:pt x="4355" y="47"/>
                  <a:pt x="4360" y="58"/>
                </a:cubicBezTo>
                <a:cubicBezTo>
                  <a:pt x="4365" y="70"/>
                  <a:pt x="4367" y="81"/>
                  <a:pt x="4367" y="94"/>
                </a:cubicBezTo>
                <a:lnTo>
                  <a:pt x="4367" y="464"/>
                </a:lnTo>
                <a:cubicBezTo>
                  <a:pt x="4367" y="476"/>
                  <a:pt x="4365" y="488"/>
                  <a:pt x="4360" y="499"/>
                </a:cubicBezTo>
                <a:cubicBezTo>
                  <a:pt x="4355" y="511"/>
                  <a:pt x="4348" y="521"/>
                  <a:pt x="4340" y="530"/>
                </a:cubicBezTo>
                <a:cubicBezTo>
                  <a:pt x="4331" y="538"/>
                  <a:pt x="4321" y="545"/>
                  <a:pt x="4310" y="550"/>
                </a:cubicBezTo>
                <a:cubicBezTo>
                  <a:pt x="4298" y="554"/>
                  <a:pt x="4287" y="557"/>
                  <a:pt x="4274" y="557"/>
                </a:cubicBezTo>
                <a:lnTo>
                  <a:pt x="93" y="557"/>
                </a:lnTo>
                <a:cubicBezTo>
                  <a:pt x="81" y="557"/>
                  <a:pt x="69" y="554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9" y="521"/>
                  <a:pt x="12" y="511"/>
                  <a:pt x="7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651680" y="3492360"/>
            <a:ext cx="15552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if [ "$a" = "b" ]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3579480" y="3492360"/>
            <a:ext cx="14637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if test $a = "b"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590480" y="3867120"/>
            <a:ext cx="305280" cy="209880"/>
          </a:xfrm>
          <a:custGeom>
            <a:avLst/>
            <a:gdLst/>
            <a:ahLst/>
            <a:rect l="0" t="0" r="r" b="b"/>
            <a:pathLst>
              <a:path w="84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742" y="0"/>
                </a:lnTo>
                <a:cubicBezTo>
                  <a:pt x="756" y="0"/>
                  <a:pt x="769" y="2"/>
                  <a:pt x="782" y="8"/>
                </a:cubicBezTo>
                <a:cubicBezTo>
                  <a:pt x="795" y="13"/>
                  <a:pt x="807" y="21"/>
                  <a:pt x="817" y="32"/>
                </a:cubicBezTo>
                <a:cubicBezTo>
                  <a:pt x="827" y="42"/>
                  <a:pt x="834" y="53"/>
                  <a:pt x="840" y="66"/>
                </a:cubicBezTo>
                <a:cubicBezTo>
                  <a:pt x="845" y="79"/>
                  <a:pt x="848" y="92"/>
                  <a:pt x="848" y="106"/>
                </a:cubicBezTo>
                <a:lnTo>
                  <a:pt x="848" y="477"/>
                </a:lnTo>
                <a:cubicBezTo>
                  <a:pt x="848" y="491"/>
                  <a:pt x="845" y="504"/>
                  <a:pt x="840" y="517"/>
                </a:cubicBezTo>
                <a:cubicBezTo>
                  <a:pt x="834" y="530"/>
                  <a:pt x="827" y="542"/>
                  <a:pt x="817" y="552"/>
                </a:cubicBezTo>
                <a:cubicBezTo>
                  <a:pt x="807" y="562"/>
                  <a:pt x="795" y="569"/>
                  <a:pt x="782" y="575"/>
                </a:cubicBezTo>
                <a:cubicBezTo>
                  <a:pt x="769" y="580"/>
                  <a:pt x="756" y="583"/>
                  <a:pt x="74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595160" y="3871800"/>
            <a:ext cx="295560" cy="200160"/>
          </a:xfrm>
          <a:custGeom>
            <a:avLst/>
            <a:gdLst/>
            <a:ahLst/>
            <a:rect l="0" t="0" r="r" b="b"/>
            <a:pathLst>
              <a:path w="821" h="556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2" y="0"/>
                  <a:pt x="94" y="0"/>
                </a:cubicBezTo>
                <a:lnTo>
                  <a:pt x="729" y="0"/>
                </a:lnTo>
                <a:cubicBezTo>
                  <a:pt x="741" y="0"/>
                  <a:pt x="753" y="2"/>
                  <a:pt x="764" y="7"/>
                </a:cubicBezTo>
                <a:cubicBezTo>
                  <a:pt x="776" y="12"/>
                  <a:pt x="786" y="18"/>
                  <a:pt x="794" y="27"/>
                </a:cubicBezTo>
                <a:cubicBezTo>
                  <a:pt x="803" y="36"/>
                  <a:pt x="810" y="46"/>
                  <a:pt x="814" y="57"/>
                </a:cubicBezTo>
                <a:cubicBezTo>
                  <a:pt x="819" y="69"/>
                  <a:pt x="821" y="81"/>
                  <a:pt x="821" y="93"/>
                </a:cubicBezTo>
                <a:lnTo>
                  <a:pt x="821" y="464"/>
                </a:lnTo>
                <a:cubicBezTo>
                  <a:pt x="821" y="476"/>
                  <a:pt x="819" y="488"/>
                  <a:pt x="814" y="499"/>
                </a:cubicBezTo>
                <a:cubicBezTo>
                  <a:pt x="810" y="511"/>
                  <a:pt x="803" y="521"/>
                  <a:pt x="794" y="529"/>
                </a:cubicBezTo>
                <a:cubicBezTo>
                  <a:pt x="786" y="538"/>
                  <a:pt x="776" y="545"/>
                  <a:pt x="764" y="549"/>
                </a:cubicBezTo>
                <a:cubicBezTo>
                  <a:pt x="753" y="554"/>
                  <a:pt x="741" y="556"/>
                  <a:pt x="729" y="556"/>
                </a:cubicBezTo>
                <a:lnTo>
                  <a:pt x="94" y="556"/>
                </a:lnTo>
                <a:cubicBezTo>
                  <a:pt x="82" y="556"/>
                  <a:pt x="69" y="554"/>
                  <a:pt x="57" y="549"/>
                </a:cubicBezTo>
                <a:cubicBezTo>
                  <a:pt x="46" y="545"/>
                  <a:pt x="36" y="538"/>
                  <a:pt x="27" y="529"/>
                </a:cubicBezTo>
                <a:cubicBezTo>
                  <a:pt x="19" y="521"/>
                  <a:pt x="12" y="511"/>
                  <a:pt x="7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590400" y="3860640"/>
            <a:ext cx="3236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And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3524040" y="3867120"/>
            <a:ext cx="572040" cy="209880"/>
          </a:xfrm>
          <a:custGeom>
            <a:avLst/>
            <a:gdLst/>
            <a:ahLst/>
            <a:rect l="0" t="0" r="r" b="b"/>
            <a:pathLst>
              <a:path w="1589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483" y="0"/>
                </a:lnTo>
                <a:cubicBezTo>
                  <a:pt x="1497" y="0"/>
                  <a:pt x="1510" y="2"/>
                  <a:pt x="1523" y="8"/>
                </a:cubicBezTo>
                <a:cubicBezTo>
                  <a:pt x="1536" y="13"/>
                  <a:pt x="1548" y="21"/>
                  <a:pt x="1558" y="32"/>
                </a:cubicBezTo>
                <a:cubicBezTo>
                  <a:pt x="1568" y="42"/>
                  <a:pt x="1575" y="53"/>
                  <a:pt x="1581" y="66"/>
                </a:cubicBezTo>
                <a:cubicBezTo>
                  <a:pt x="1586" y="79"/>
                  <a:pt x="1589" y="92"/>
                  <a:pt x="1589" y="106"/>
                </a:cubicBezTo>
                <a:lnTo>
                  <a:pt x="1589" y="477"/>
                </a:lnTo>
                <a:cubicBezTo>
                  <a:pt x="1589" y="491"/>
                  <a:pt x="1586" y="504"/>
                  <a:pt x="1581" y="517"/>
                </a:cubicBezTo>
                <a:cubicBezTo>
                  <a:pt x="1575" y="530"/>
                  <a:pt x="1568" y="542"/>
                  <a:pt x="1558" y="552"/>
                </a:cubicBezTo>
                <a:cubicBezTo>
                  <a:pt x="1548" y="562"/>
                  <a:pt x="1536" y="569"/>
                  <a:pt x="1523" y="575"/>
                </a:cubicBezTo>
                <a:cubicBezTo>
                  <a:pt x="1510" y="580"/>
                  <a:pt x="1497" y="583"/>
                  <a:pt x="1483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3528720" y="3871800"/>
            <a:ext cx="562320" cy="200160"/>
          </a:xfrm>
          <a:custGeom>
            <a:avLst/>
            <a:gdLst/>
            <a:ahLst/>
            <a:rect l="0" t="0" r="r" b="b"/>
            <a:pathLst>
              <a:path w="1562" h="556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1470" y="0"/>
                </a:lnTo>
                <a:cubicBezTo>
                  <a:pt x="1482" y="0"/>
                  <a:pt x="1494" y="2"/>
                  <a:pt x="1505" y="7"/>
                </a:cubicBezTo>
                <a:cubicBezTo>
                  <a:pt x="1517" y="12"/>
                  <a:pt x="1527" y="18"/>
                  <a:pt x="1535" y="27"/>
                </a:cubicBezTo>
                <a:cubicBezTo>
                  <a:pt x="1544" y="36"/>
                  <a:pt x="1551" y="46"/>
                  <a:pt x="1555" y="57"/>
                </a:cubicBezTo>
                <a:cubicBezTo>
                  <a:pt x="1560" y="69"/>
                  <a:pt x="1562" y="81"/>
                  <a:pt x="1562" y="93"/>
                </a:cubicBezTo>
                <a:lnTo>
                  <a:pt x="1562" y="464"/>
                </a:lnTo>
                <a:cubicBezTo>
                  <a:pt x="1562" y="476"/>
                  <a:pt x="1560" y="488"/>
                  <a:pt x="1555" y="499"/>
                </a:cubicBezTo>
                <a:cubicBezTo>
                  <a:pt x="1551" y="511"/>
                  <a:pt x="1544" y="521"/>
                  <a:pt x="1535" y="529"/>
                </a:cubicBezTo>
                <a:cubicBezTo>
                  <a:pt x="1527" y="538"/>
                  <a:pt x="1517" y="545"/>
                  <a:pt x="1505" y="549"/>
                </a:cubicBezTo>
                <a:cubicBezTo>
                  <a:pt x="1494" y="554"/>
                  <a:pt x="1482" y="556"/>
                  <a:pt x="1470" y="556"/>
                </a:cubicBezTo>
                <a:lnTo>
                  <a:pt x="93" y="556"/>
                </a:lnTo>
                <a:cubicBezTo>
                  <a:pt x="81" y="556"/>
                  <a:pt x="69" y="554"/>
                  <a:pt x="57" y="549"/>
                </a:cubicBezTo>
                <a:cubicBezTo>
                  <a:pt x="46" y="545"/>
                  <a:pt x="36" y="538"/>
                  <a:pt x="27" y="529"/>
                </a:cubicBezTo>
                <a:cubicBezTo>
                  <a:pt x="19" y="521"/>
                  <a:pt x="12" y="511"/>
                  <a:pt x="7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651680" y="388296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&amp;&amp;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3579480" y="3882960"/>
            <a:ext cx="4579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; and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590480" y="4257360"/>
            <a:ext cx="305280" cy="209880"/>
          </a:xfrm>
          <a:custGeom>
            <a:avLst/>
            <a:gdLst/>
            <a:ahLst/>
            <a:rect l="0" t="0" r="r" b="b"/>
            <a:pathLst>
              <a:path w="848" h="583">
                <a:moveTo>
                  <a:pt x="0" y="478"/>
                </a:moveTo>
                <a:lnTo>
                  <a:pt x="0" y="107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42" y="0"/>
                </a:lnTo>
                <a:cubicBezTo>
                  <a:pt x="756" y="0"/>
                  <a:pt x="769" y="3"/>
                  <a:pt x="782" y="8"/>
                </a:cubicBezTo>
                <a:cubicBezTo>
                  <a:pt x="795" y="14"/>
                  <a:pt x="807" y="21"/>
                  <a:pt x="817" y="31"/>
                </a:cubicBezTo>
                <a:cubicBezTo>
                  <a:pt x="827" y="41"/>
                  <a:pt x="834" y="53"/>
                  <a:pt x="840" y="66"/>
                </a:cubicBezTo>
                <a:cubicBezTo>
                  <a:pt x="845" y="79"/>
                  <a:pt x="848" y="92"/>
                  <a:pt x="848" y="107"/>
                </a:cubicBezTo>
                <a:lnTo>
                  <a:pt x="848" y="478"/>
                </a:lnTo>
                <a:cubicBezTo>
                  <a:pt x="848" y="492"/>
                  <a:pt x="845" y="505"/>
                  <a:pt x="840" y="518"/>
                </a:cubicBezTo>
                <a:cubicBezTo>
                  <a:pt x="834" y="531"/>
                  <a:pt x="827" y="543"/>
                  <a:pt x="817" y="552"/>
                </a:cubicBezTo>
                <a:cubicBezTo>
                  <a:pt x="807" y="562"/>
                  <a:pt x="795" y="570"/>
                  <a:pt x="782" y="575"/>
                </a:cubicBezTo>
                <a:cubicBezTo>
                  <a:pt x="769" y="581"/>
                  <a:pt x="756" y="583"/>
                  <a:pt x="742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3"/>
                  <a:pt x="13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595160" y="4262400"/>
            <a:ext cx="295560" cy="200160"/>
          </a:xfrm>
          <a:custGeom>
            <a:avLst/>
            <a:gdLst/>
            <a:ahLst/>
            <a:rect l="0" t="0" r="r" b="b"/>
            <a:pathLst>
              <a:path w="821" h="556">
                <a:moveTo>
                  <a:pt x="0" y="464"/>
                </a:moveTo>
                <a:lnTo>
                  <a:pt x="0" y="92"/>
                </a:ln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2" y="0"/>
                  <a:pt x="94" y="0"/>
                </a:cubicBezTo>
                <a:lnTo>
                  <a:pt x="729" y="0"/>
                </a:lnTo>
                <a:cubicBezTo>
                  <a:pt x="741" y="0"/>
                  <a:pt x="753" y="2"/>
                  <a:pt x="764" y="7"/>
                </a:cubicBezTo>
                <a:cubicBezTo>
                  <a:pt x="776" y="11"/>
                  <a:pt x="786" y="18"/>
                  <a:pt x="794" y="27"/>
                </a:cubicBezTo>
                <a:cubicBezTo>
                  <a:pt x="803" y="35"/>
                  <a:pt x="810" y="45"/>
                  <a:pt x="814" y="57"/>
                </a:cubicBezTo>
                <a:cubicBezTo>
                  <a:pt x="819" y="68"/>
                  <a:pt x="821" y="80"/>
                  <a:pt x="821" y="92"/>
                </a:cubicBezTo>
                <a:lnTo>
                  <a:pt x="821" y="464"/>
                </a:lnTo>
                <a:cubicBezTo>
                  <a:pt x="821" y="476"/>
                  <a:pt x="819" y="488"/>
                  <a:pt x="814" y="499"/>
                </a:cubicBezTo>
                <a:cubicBezTo>
                  <a:pt x="810" y="510"/>
                  <a:pt x="803" y="520"/>
                  <a:pt x="794" y="529"/>
                </a:cubicBezTo>
                <a:cubicBezTo>
                  <a:pt x="786" y="538"/>
                  <a:pt x="776" y="544"/>
                  <a:pt x="764" y="549"/>
                </a:cubicBezTo>
                <a:cubicBezTo>
                  <a:pt x="753" y="554"/>
                  <a:pt x="741" y="556"/>
                  <a:pt x="729" y="556"/>
                </a:cubicBezTo>
                <a:lnTo>
                  <a:pt x="94" y="556"/>
                </a:lnTo>
                <a:cubicBezTo>
                  <a:pt x="82" y="556"/>
                  <a:pt x="69" y="554"/>
                  <a:pt x="57" y="549"/>
                </a:cubicBezTo>
                <a:cubicBezTo>
                  <a:pt x="46" y="544"/>
                  <a:pt x="36" y="538"/>
                  <a:pt x="27" y="529"/>
                </a:cubicBezTo>
                <a:cubicBezTo>
                  <a:pt x="19" y="520"/>
                  <a:pt x="12" y="510"/>
                  <a:pt x="7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590400" y="4250880"/>
            <a:ext cx="2156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Or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3524040" y="4257360"/>
            <a:ext cx="476640" cy="209880"/>
          </a:xfrm>
          <a:custGeom>
            <a:avLst/>
            <a:gdLst/>
            <a:ahLst/>
            <a:rect l="0" t="0" r="r" b="b"/>
            <a:pathLst>
              <a:path w="1324" h="583">
                <a:moveTo>
                  <a:pt x="0" y="478"/>
                </a:moveTo>
                <a:lnTo>
                  <a:pt x="0" y="107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18" y="0"/>
                </a:lnTo>
                <a:cubicBezTo>
                  <a:pt x="1232" y="0"/>
                  <a:pt x="1246" y="3"/>
                  <a:pt x="1259" y="8"/>
                </a:cubicBezTo>
                <a:cubicBezTo>
                  <a:pt x="1272" y="14"/>
                  <a:pt x="1283" y="21"/>
                  <a:pt x="1293" y="31"/>
                </a:cubicBezTo>
                <a:cubicBezTo>
                  <a:pt x="1303" y="41"/>
                  <a:pt x="1311" y="53"/>
                  <a:pt x="1316" y="66"/>
                </a:cubicBezTo>
                <a:cubicBezTo>
                  <a:pt x="1321" y="79"/>
                  <a:pt x="1324" y="92"/>
                  <a:pt x="1324" y="107"/>
                </a:cubicBezTo>
                <a:lnTo>
                  <a:pt x="1324" y="478"/>
                </a:lnTo>
                <a:cubicBezTo>
                  <a:pt x="1324" y="492"/>
                  <a:pt x="1321" y="505"/>
                  <a:pt x="1316" y="518"/>
                </a:cubicBezTo>
                <a:cubicBezTo>
                  <a:pt x="1311" y="531"/>
                  <a:pt x="1303" y="543"/>
                  <a:pt x="1293" y="552"/>
                </a:cubicBezTo>
                <a:cubicBezTo>
                  <a:pt x="1283" y="562"/>
                  <a:pt x="1272" y="570"/>
                  <a:pt x="1259" y="575"/>
                </a:cubicBezTo>
                <a:cubicBezTo>
                  <a:pt x="1246" y="581"/>
                  <a:pt x="1232" y="583"/>
                  <a:pt x="1218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3"/>
                  <a:pt x="14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3528720" y="4262400"/>
            <a:ext cx="467280" cy="200160"/>
          </a:xfrm>
          <a:custGeom>
            <a:avLst/>
            <a:gdLst/>
            <a:ahLst/>
            <a:rect l="0" t="0" r="r" b="b"/>
            <a:pathLst>
              <a:path w="1298" h="556">
                <a:moveTo>
                  <a:pt x="0" y="464"/>
                </a:moveTo>
                <a:lnTo>
                  <a:pt x="0" y="92"/>
                </a:ln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1204" y="0"/>
                </a:lnTo>
                <a:cubicBezTo>
                  <a:pt x="1217" y="0"/>
                  <a:pt x="1229" y="2"/>
                  <a:pt x="1241" y="7"/>
                </a:cubicBezTo>
                <a:cubicBezTo>
                  <a:pt x="1252" y="11"/>
                  <a:pt x="1262" y="18"/>
                  <a:pt x="1271" y="27"/>
                </a:cubicBezTo>
                <a:cubicBezTo>
                  <a:pt x="1279" y="35"/>
                  <a:pt x="1286" y="45"/>
                  <a:pt x="1291" y="57"/>
                </a:cubicBezTo>
                <a:cubicBezTo>
                  <a:pt x="1295" y="68"/>
                  <a:pt x="1298" y="80"/>
                  <a:pt x="1298" y="92"/>
                </a:cubicBezTo>
                <a:lnTo>
                  <a:pt x="1298" y="464"/>
                </a:lnTo>
                <a:cubicBezTo>
                  <a:pt x="1298" y="476"/>
                  <a:pt x="1295" y="488"/>
                  <a:pt x="1291" y="499"/>
                </a:cubicBezTo>
                <a:cubicBezTo>
                  <a:pt x="1286" y="510"/>
                  <a:pt x="1279" y="520"/>
                  <a:pt x="1271" y="529"/>
                </a:cubicBezTo>
                <a:cubicBezTo>
                  <a:pt x="1262" y="538"/>
                  <a:pt x="1252" y="544"/>
                  <a:pt x="1241" y="549"/>
                </a:cubicBezTo>
                <a:cubicBezTo>
                  <a:pt x="1229" y="554"/>
                  <a:pt x="1217" y="556"/>
                  <a:pt x="1204" y="556"/>
                </a:cubicBezTo>
                <a:lnTo>
                  <a:pt x="93" y="556"/>
                </a:lnTo>
                <a:cubicBezTo>
                  <a:pt x="81" y="556"/>
                  <a:pt x="69" y="554"/>
                  <a:pt x="57" y="549"/>
                </a:cubicBezTo>
                <a:cubicBezTo>
                  <a:pt x="46" y="544"/>
                  <a:pt x="36" y="538"/>
                  <a:pt x="27" y="529"/>
                </a:cubicBezTo>
                <a:cubicBezTo>
                  <a:pt x="19" y="520"/>
                  <a:pt x="12" y="510"/>
                  <a:pt x="7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651680" y="427356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||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3579480" y="4273560"/>
            <a:ext cx="366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; 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590480" y="4657680"/>
            <a:ext cx="305280" cy="209880"/>
          </a:xfrm>
          <a:custGeom>
            <a:avLst/>
            <a:gdLst/>
            <a:ahLst/>
            <a:rect l="0" t="0" r="r" b="b"/>
            <a:pathLst>
              <a:path w="848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742" y="0"/>
                </a:lnTo>
                <a:cubicBezTo>
                  <a:pt x="756" y="0"/>
                  <a:pt x="769" y="2"/>
                  <a:pt x="782" y="8"/>
                </a:cubicBezTo>
                <a:cubicBezTo>
                  <a:pt x="795" y="13"/>
                  <a:pt x="807" y="21"/>
                  <a:pt x="817" y="31"/>
                </a:cubicBezTo>
                <a:cubicBezTo>
                  <a:pt x="827" y="41"/>
                  <a:pt x="834" y="52"/>
                  <a:pt x="840" y="65"/>
                </a:cubicBezTo>
                <a:cubicBezTo>
                  <a:pt x="845" y="78"/>
                  <a:pt x="848" y="91"/>
                  <a:pt x="848" y="105"/>
                </a:cubicBezTo>
                <a:lnTo>
                  <a:pt x="848" y="477"/>
                </a:lnTo>
                <a:cubicBezTo>
                  <a:pt x="848" y="491"/>
                  <a:pt x="845" y="504"/>
                  <a:pt x="840" y="517"/>
                </a:cubicBezTo>
                <a:cubicBezTo>
                  <a:pt x="834" y="530"/>
                  <a:pt x="827" y="542"/>
                  <a:pt x="817" y="552"/>
                </a:cubicBezTo>
                <a:cubicBezTo>
                  <a:pt x="807" y="562"/>
                  <a:pt x="795" y="569"/>
                  <a:pt x="782" y="575"/>
                </a:cubicBezTo>
                <a:cubicBezTo>
                  <a:pt x="769" y="580"/>
                  <a:pt x="756" y="583"/>
                  <a:pt x="74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1595160" y="4662360"/>
            <a:ext cx="295560" cy="200160"/>
          </a:xfrm>
          <a:custGeom>
            <a:avLst/>
            <a:gdLst/>
            <a:ahLst/>
            <a:rect l="0" t="0" r="r" b="b"/>
            <a:pathLst>
              <a:path w="821" h="556">
                <a:moveTo>
                  <a:pt x="0" y="464"/>
                </a:moveTo>
                <a:lnTo>
                  <a:pt x="0" y="93"/>
                </a:ln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2" y="0"/>
                  <a:pt x="94" y="0"/>
                </a:cubicBezTo>
                <a:lnTo>
                  <a:pt x="729" y="0"/>
                </a:lnTo>
                <a:cubicBezTo>
                  <a:pt x="741" y="0"/>
                  <a:pt x="753" y="2"/>
                  <a:pt x="764" y="7"/>
                </a:cubicBezTo>
                <a:cubicBezTo>
                  <a:pt x="776" y="12"/>
                  <a:pt x="786" y="18"/>
                  <a:pt x="794" y="27"/>
                </a:cubicBezTo>
                <a:cubicBezTo>
                  <a:pt x="803" y="36"/>
                  <a:pt x="810" y="46"/>
                  <a:pt x="814" y="57"/>
                </a:cubicBezTo>
                <a:cubicBezTo>
                  <a:pt x="819" y="68"/>
                  <a:pt x="821" y="80"/>
                  <a:pt x="821" y="93"/>
                </a:cubicBezTo>
                <a:lnTo>
                  <a:pt x="821" y="464"/>
                </a:lnTo>
                <a:cubicBezTo>
                  <a:pt x="821" y="476"/>
                  <a:pt x="819" y="488"/>
                  <a:pt x="814" y="499"/>
                </a:cubicBezTo>
                <a:cubicBezTo>
                  <a:pt x="810" y="511"/>
                  <a:pt x="803" y="521"/>
                  <a:pt x="794" y="529"/>
                </a:cubicBezTo>
                <a:cubicBezTo>
                  <a:pt x="786" y="538"/>
                  <a:pt x="776" y="545"/>
                  <a:pt x="764" y="549"/>
                </a:cubicBezTo>
                <a:cubicBezTo>
                  <a:pt x="753" y="554"/>
                  <a:pt x="741" y="556"/>
                  <a:pt x="729" y="556"/>
                </a:cubicBezTo>
                <a:lnTo>
                  <a:pt x="94" y="556"/>
                </a:lnTo>
                <a:cubicBezTo>
                  <a:pt x="82" y="556"/>
                  <a:pt x="69" y="554"/>
                  <a:pt x="57" y="549"/>
                </a:cubicBezTo>
                <a:cubicBezTo>
                  <a:pt x="46" y="545"/>
                  <a:pt x="36" y="538"/>
                  <a:pt x="27" y="529"/>
                </a:cubicBezTo>
                <a:cubicBezTo>
                  <a:pt x="19" y="521"/>
                  <a:pt x="12" y="511"/>
                  <a:pt x="7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590400" y="4651200"/>
            <a:ext cx="6469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Cierre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3524040" y="4657680"/>
            <a:ext cx="390960" cy="209880"/>
          </a:xfrm>
          <a:custGeom>
            <a:avLst/>
            <a:gdLst/>
            <a:ahLst/>
            <a:rect l="0" t="0" r="r" b="b"/>
            <a:pathLst>
              <a:path w="1086" h="583">
                <a:moveTo>
                  <a:pt x="0" y="47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980" y="0"/>
                </a:lnTo>
                <a:cubicBezTo>
                  <a:pt x="994" y="0"/>
                  <a:pt x="1008" y="2"/>
                  <a:pt x="1021" y="8"/>
                </a:cubicBezTo>
                <a:cubicBezTo>
                  <a:pt x="1034" y="13"/>
                  <a:pt x="1045" y="21"/>
                  <a:pt x="1055" y="31"/>
                </a:cubicBezTo>
                <a:cubicBezTo>
                  <a:pt x="1065" y="41"/>
                  <a:pt x="1072" y="52"/>
                  <a:pt x="1078" y="65"/>
                </a:cubicBezTo>
                <a:cubicBezTo>
                  <a:pt x="1083" y="78"/>
                  <a:pt x="1086" y="91"/>
                  <a:pt x="1086" y="105"/>
                </a:cubicBezTo>
                <a:lnTo>
                  <a:pt x="1086" y="477"/>
                </a:lnTo>
                <a:cubicBezTo>
                  <a:pt x="1086" y="491"/>
                  <a:pt x="1083" y="504"/>
                  <a:pt x="1078" y="517"/>
                </a:cubicBezTo>
                <a:cubicBezTo>
                  <a:pt x="1072" y="530"/>
                  <a:pt x="1065" y="542"/>
                  <a:pt x="1055" y="552"/>
                </a:cubicBezTo>
                <a:cubicBezTo>
                  <a:pt x="1045" y="562"/>
                  <a:pt x="1034" y="569"/>
                  <a:pt x="1021" y="575"/>
                </a:cubicBezTo>
                <a:cubicBezTo>
                  <a:pt x="1008" y="580"/>
                  <a:pt x="994" y="583"/>
                  <a:pt x="980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4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3528720" y="4662360"/>
            <a:ext cx="381600" cy="200160"/>
          </a:xfrm>
          <a:custGeom>
            <a:avLst/>
            <a:gdLst/>
            <a:ahLst/>
            <a:rect l="0" t="0" r="r" b="b"/>
            <a:pathLst>
              <a:path w="1060" h="556">
                <a:moveTo>
                  <a:pt x="0" y="464"/>
                </a:moveTo>
                <a:lnTo>
                  <a:pt x="0" y="93"/>
                </a:ln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967" y="0"/>
                </a:lnTo>
                <a:cubicBezTo>
                  <a:pt x="979" y="0"/>
                  <a:pt x="991" y="2"/>
                  <a:pt x="1002" y="7"/>
                </a:cubicBezTo>
                <a:cubicBezTo>
                  <a:pt x="1014" y="12"/>
                  <a:pt x="1024" y="18"/>
                  <a:pt x="1033" y="27"/>
                </a:cubicBezTo>
                <a:cubicBezTo>
                  <a:pt x="1041" y="36"/>
                  <a:pt x="1048" y="46"/>
                  <a:pt x="1053" y="57"/>
                </a:cubicBezTo>
                <a:cubicBezTo>
                  <a:pt x="1057" y="68"/>
                  <a:pt x="1060" y="80"/>
                  <a:pt x="1060" y="93"/>
                </a:cubicBezTo>
                <a:lnTo>
                  <a:pt x="1060" y="464"/>
                </a:lnTo>
                <a:cubicBezTo>
                  <a:pt x="1060" y="476"/>
                  <a:pt x="1057" y="488"/>
                  <a:pt x="1053" y="499"/>
                </a:cubicBezTo>
                <a:cubicBezTo>
                  <a:pt x="1048" y="511"/>
                  <a:pt x="1041" y="521"/>
                  <a:pt x="1033" y="529"/>
                </a:cubicBezTo>
                <a:cubicBezTo>
                  <a:pt x="1024" y="538"/>
                  <a:pt x="1014" y="545"/>
                  <a:pt x="1002" y="549"/>
                </a:cubicBezTo>
                <a:cubicBezTo>
                  <a:pt x="991" y="554"/>
                  <a:pt x="979" y="556"/>
                  <a:pt x="967" y="556"/>
                </a:cubicBezTo>
                <a:lnTo>
                  <a:pt x="93" y="556"/>
                </a:lnTo>
                <a:cubicBezTo>
                  <a:pt x="81" y="556"/>
                  <a:pt x="69" y="554"/>
                  <a:pt x="57" y="549"/>
                </a:cubicBezTo>
                <a:cubicBezTo>
                  <a:pt x="46" y="545"/>
                  <a:pt x="36" y="538"/>
                  <a:pt x="27" y="529"/>
                </a:cubicBezTo>
                <a:cubicBezTo>
                  <a:pt x="19" y="521"/>
                  <a:pt x="12" y="511"/>
                  <a:pt x="7" y="499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1651680" y="46735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fi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3579480" y="467352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22d3ee"/>
                </a:solidFill>
                <a:latin typeface="Courier New"/>
                <a:ea typeface="Courier New"/>
              </a:rPr>
              <a:t>end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466560" y="2838240"/>
            <a:ext cx="1114920" cy="343440"/>
          </a:xfrm>
          <a:custGeom>
            <a:avLst/>
            <a:gdLst/>
            <a:ahLst/>
            <a:rect l="0" t="0" r="r" b="b"/>
            <a:pathLst>
              <a:path w="3097" h="954">
                <a:moveTo>
                  <a:pt x="0" y="0"/>
                </a:moveTo>
                <a:lnTo>
                  <a:pt x="3097" y="0"/>
                </a:lnTo>
                <a:lnTo>
                  <a:pt x="309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581120" y="2838240"/>
            <a:ext cx="2343240" cy="343440"/>
          </a:xfrm>
          <a:custGeom>
            <a:avLst/>
            <a:gdLst/>
            <a:ahLst/>
            <a:rect l="0" t="0" r="r" b="b"/>
            <a:pathLst>
              <a:path w="6509" h="954">
                <a:moveTo>
                  <a:pt x="0" y="0"/>
                </a:moveTo>
                <a:lnTo>
                  <a:pt x="6509" y="0"/>
                </a:lnTo>
                <a:lnTo>
                  <a:pt x="6509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3924000" y="2838240"/>
            <a:ext cx="1991160" cy="343440"/>
          </a:xfrm>
          <a:custGeom>
            <a:avLst/>
            <a:gdLst/>
            <a:ahLst/>
            <a:rect l="0" t="0" r="r" b="b"/>
            <a:pathLst>
              <a:path w="5531" h="954">
                <a:moveTo>
                  <a:pt x="0" y="0"/>
                </a:moveTo>
                <a:lnTo>
                  <a:pt x="5531" y="0"/>
                </a:lnTo>
                <a:lnTo>
                  <a:pt x="5531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466560" y="2838240"/>
            <a:ext cx="1114920" cy="343440"/>
          </a:xfrm>
          <a:custGeom>
            <a:avLst/>
            <a:gdLst/>
            <a:ahLst/>
            <a:rect l="0" t="0" r="r" b="b"/>
            <a:pathLst>
              <a:path w="3097" h="954">
                <a:moveTo>
                  <a:pt x="0" y="0"/>
                </a:moveTo>
                <a:lnTo>
                  <a:pt x="3097" y="0"/>
                </a:lnTo>
                <a:lnTo>
                  <a:pt x="309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1581120" y="2838240"/>
            <a:ext cx="2343240" cy="343440"/>
          </a:xfrm>
          <a:custGeom>
            <a:avLst/>
            <a:gdLst/>
            <a:ahLst/>
            <a:rect l="0" t="0" r="r" b="b"/>
            <a:pathLst>
              <a:path w="6509" h="954">
                <a:moveTo>
                  <a:pt x="0" y="0"/>
                </a:moveTo>
                <a:lnTo>
                  <a:pt x="6509" y="0"/>
                </a:lnTo>
                <a:lnTo>
                  <a:pt x="6509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3924000" y="2838240"/>
            <a:ext cx="1991160" cy="343440"/>
          </a:xfrm>
          <a:custGeom>
            <a:avLst/>
            <a:gdLst/>
            <a:ahLst/>
            <a:rect l="0" t="0" r="r" b="b"/>
            <a:pathLst>
              <a:path w="5531" h="954">
                <a:moveTo>
                  <a:pt x="0" y="0"/>
                </a:moveTo>
                <a:lnTo>
                  <a:pt x="5531" y="0"/>
                </a:lnTo>
                <a:lnTo>
                  <a:pt x="5531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466560" y="3181320"/>
            <a:ext cx="1114920" cy="390600"/>
          </a:xfrm>
          <a:custGeom>
            <a:avLst/>
            <a:gdLst/>
            <a:ahLst/>
            <a:rect l="0" t="0" r="r" b="b"/>
            <a:pathLst>
              <a:path w="3097" h="1085">
                <a:moveTo>
                  <a:pt x="0" y="0"/>
                </a:moveTo>
                <a:lnTo>
                  <a:pt x="3097" y="0"/>
                </a:lnTo>
                <a:lnTo>
                  <a:pt x="309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581120" y="3181320"/>
            <a:ext cx="2343240" cy="390600"/>
          </a:xfrm>
          <a:custGeom>
            <a:avLst/>
            <a:gdLst/>
            <a:ahLst/>
            <a:rect l="0" t="0" r="r" b="b"/>
            <a:pathLst>
              <a:path w="6509" h="1085">
                <a:moveTo>
                  <a:pt x="0" y="0"/>
                </a:moveTo>
                <a:lnTo>
                  <a:pt x="6509" y="0"/>
                </a:lnTo>
                <a:lnTo>
                  <a:pt x="6509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3924000" y="3181320"/>
            <a:ext cx="1991160" cy="390600"/>
          </a:xfrm>
          <a:custGeom>
            <a:avLst/>
            <a:gdLst/>
            <a:ahLst/>
            <a:rect l="0" t="0" r="r" b="b"/>
            <a:pathLst>
              <a:path w="5531" h="1085">
                <a:moveTo>
                  <a:pt x="0" y="0"/>
                </a:moveTo>
                <a:lnTo>
                  <a:pt x="5531" y="0"/>
                </a:lnTo>
                <a:lnTo>
                  <a:pt x="5531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466560" y="3571560"/>
            <a:ext cx="1114920" cy="390960"/>
          </a:xfrm>
          <a:custGeom>
            <a:avLst/>
            <a:gdLst/>
            <a:ahLst/>
            <a:rect l="0" t="0" r="r" b="b"/>
            <a:pathLst>
              <a:path w="3097" h="1086">
                <a:moveTo>
                  <a:pt x="0" y="0"/>
                </a:moveTo>
                <a:lnTo>
                  <a:pt x="3097" y="0"/>
                </a:lnTo>
                <a:lnTo>
                  <a:pt x="309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1581120" y="3571560"/>
            <a:ext cx="2343240" cy="390960"/>
          </a:xfrm>
          <a:custGeom>
            <a:avLst/>
            <a:gdLst/>
            <a:ahLst/>
            <a:rect l="0" t="0" r="r" b="b"/>
            <a:pathLst>
              <a:path w="6509" h="1086">
                <a:moveTo>
                  <a:pt x="0" y="0"/>
                </a:moveTo>
                <a:lnTo>
                  <a:pt x="6509" y="0"/>
                </a:lnTo>
                <a:lnTo>
                  <a:pt x="650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3924000" y="3571560"/>
            <a:ext cx="1991160" cy="390960"/>
          </a:xfrm>
          <a:custGeom>
            <a:avLst/>
            <a:gdLst/>
            <a:ahLst/>
            <a:rect l="0" t="0" r="r" b="b"/>
            <a:pathLst>
              <a:path w="5531" h="1086">
                <a:moveTo>
                  <a:pt x="0" y="0"/>
                </a:moveTo>
                <a:lnTo>
                  <a:pt x="5531" y="0"/>
                </a:lnTo>
                <a:lnTo>
                  <a:pt x="553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466560" y="3571560"/>
            <a:ext cx="1114920" cy="390960"/>
          </a:xfrm>
          <a:custGeom>
            <a:avLst/>
            <a:gdLst/>
            <a:ahLst/>
            <a:rect l="0" t="0" r="r" b="b"/>
            <a:pathLst>
              <a:path w="3097" h="1086">
                <a:moveTo>
                  <a:pt x="0" y="0"/>
                </a:moveTo>
                <a:lnTo>
                  <a:pt x="3097" y="0"/>
                </a:lnTo>
                <a:lnTo>
                  <a:pt x="309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581120" y="3571560"/>
            <a:ext cx="2343240" cy="390960"/>
          </a:xfrm>
          <a:custGeom>
            <a:avLst/>
            <a:gdLst/>
            <a:ahLst/>
            <a:rect l="0" t="0" r="r" b="b"/>
            <a:pathLst>
              <a:path w="6509" h="1086">
                <a:moveTo>
                  <a:pt x="0" y="0"/>
                </a:moveTo>
                <a:lnTo>
                  <a:pt x="6509" y="0"/>
                </a:lnTo>
                <a:lnTo>
                  <a:pt x="650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924000" y="3571560"/>
            <a:ext cx="1991160" cy="390960"/>
          </a:xfrm>
          <a:custGeom>
            <a:avLst/>
            <a:gdLst/>
            <a:ahLst/>
            <a:rect l="0" t="0" r="r" b="b"/>
            <a:pathLst>
              <a:path w="5531" h="1086">
                <a:moveTo>
                  <a:pt x="0" y="0"/>
                </a:moveTo>
                <a:lnTo>
                  <a:pt x="5531" y="0"/>
                </a:lnTo>
                <a:lnTo>
                  <a:pt x="553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466560" y="3962160"/>
            <a:ext cx="1114920" cy="390960"/>
          </a:xfrm>
          <a:custGeom>
            <a:avLst/>
            <a:gdLst/>
            <a:ahLst/>
            <a:rect l="0" t="0" r="r" b="b"/>
            <a:pathLst>
              <a:path w="3097" h="1086">
                <a:moveTo>
                  <a:pt x="0" y="0"/>
                </a:moveTo>
                <a:lnTo>
                  <a:pt x="3097" y="0"/>
                </a:lnTo>
                <a:lnTo>
                  <a:pt x="309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581120" y="3962160"/>
            <a:ext cx="2343240" cy="390960"/>
          </a:xfrm>
          <a:custGeom>
            <a:avLst/>
            <a:gdLst/>
            <a:ahLst/>
            <a:rect l="0" t="0" r="r" b="b"/>
            <a:pathLst>
              <a:path w="6509" h="1086">
                <a:moveTo>
                  <a:pt x="0" y="0"/>
                </a:moveTo>
                <a:lnTo>
                  <a:pt x="6509" y="0"/>
                </a:lnTo>
                <a:lnTo>
                  <a:pt x="650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3924000" y="3962160"/>
            <a:ext cx="1991160" cy="390960"/>
          </a:xfrm>
          <a:custGeom>
            <a:avLst/>
            <a:gdLst/>
            <a:ahLst/>
            <a:rect l="0" t="0" r="r" b="b"/>
            <a:pathLst>
              <a:path w="5531" h="1086">
                <a:moveTo>
                  <a:pt x="0" y="0"/>
                </a:moveTo>
                <a:lnTo>
                  <a:pt x="5531" y="0"/>
                </a:lnTo>
                <a:lnTo>
                  <a:pt x="553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466560" y="4352760"/>
            <a:ext cx="1114920" cy="400320"/>
          </a:xfrm>
          <a:custGeom>
            <a:avLst/>
            <a:gdLst/>
            <a:ahLst/>
            <a:rect l="0" t="0" r="r" b="b"/>
            <a:pathLst>
              <a:path w="3097" h="1112">
                <a:moveTo>
                  <a:pt x="0" y="0"/>
                </a:moveTo>
                <a:lnTo>
                  <a:pt x="3097" y="0"/>
                </a:lnTo>
                <a:lnTo>
                  <a:pt x="309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1581120" y="4352760"/>
            <a:ext cx="2343240" cy="400320"/>
          </a:xfrm>
          <a:custGeom>
            <a:avLst/>
            <a:gdLst/>
            <a:ahLst/>
            <a:rect l="0" t="0" r="r" b="b"/>
            <a:pathLst>
              <a:path w="6509" h="1112">
                <a:moveTo>
                  <a:pt x="0" y="0"/>
                </a:moveTo>
                <a:lnTo>
                  <a:pt x="6509" y="0"/>
                </a:lnTo>
                <a:lnTo>
                  <a:pt x="6509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3924000" y="4352760"/>
            <a:ext cx="1991160" cy="400320"/>
          </a:xfrm>
          <a:custGeom>
            <a:avLst/>
            <a:gdLst/>
            <a:ahLst/>
            <a:rect l="0" t="0" r="r" b="b"/>
            <a:pathLst>
              <a:path w="5531" h="1112">
                <a:moveTo>
                  <a:pt x="0" y="0"/>
                </a:moveTo>
                <a:lnTo>
                  <a:pt x="5531" y="0"/>
                </a:lnTo>
                <a:lnTo>
                  <a:pt x="5531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466560" y="4352760"/>
            <a:ext cx="1114920" cy="400320"/>
          </a:xfrm>
          <a:custGeom>
            <a:avLst/>
            <a:gdLst/>
            <a:ahLst/>
            <a:rect l="0" t="0" r="r" b="b"/>
            <a:pathLst>
              <a:path w="3097" h="1112">
                <a:moveTo>
                  <a:pt x="0" y="0"/>
                </a:moveTo>
                <a:lnTo>
                  <a:pt x="3097" y="0"/>
                </a:lnTo>
                <a:lnTo>
                  <a:pt x="309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1581120" y="4352760"/>
            <a:ext cx="2343240" cy="400320"/>
          </a:xfrm>
          <a:custGeom>
            <a:avLst/>
            <a:gdLst/>
            <a:ahLst/>
            <a:rect l="0" t="0" r="r" b="b"/>
            <a:pathLst>
              <a:path w="6509" h="1112">
                <a:moveTo>
                  <a:pt x="0" y="0"/>
                </a:moveTo>
                <a:lnTo>
                  <a:pt x="6509" y="0"/>
                </a:lnTo>
                <a:lnTo>
                  <a:pt x="6509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3924000" y="4352760"/>
            <a:ext cx="1991160" cy="400320"/>
          </a:xfrm>
          <a:custGeom>
            <a:avLst/>
            <a:gdLst/>
            <a:ahLst/>
            <a:rect l="0" t="0" r="r" b="b"/>
            <a:pathLst>
              <a:path w="5531" h="1112">
                <a:moveTo>
                  <a:pt x="0" y="0"/>
                </a:moveTo>
                <a:lnTo>
                  <a:pt x="5531" y="0"/>
                </a:lnTo>
                <a:lnTo>
                  <a:pt x="5531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466560" y="4752720"/>
            <a:ext cx="1114920" cy="390960"/>
          </a:xfrm>
          <a:custGeom>
            <a:avLst/>
            <a:gdLst/>
            <a:ahLst/>
            <a:rect l="0" t="0" r="r" b="b"/>
            <a:pathLst>
              <a:path w="3097" h="1086">
                <a:moveTo>
                  <a:pt x="0" y="0"/>
                </a:moveTo>
                <a:lnTo>
                  <a:pt x="3097" y="0"/>
                </a:lnTo>
                <a:lnTo>
                  <a:pt x="309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1581120" y="4752720"/>
            <a:ext cx="2343240" cy="390960"/>
          </a:xfrm>
          <a:custGeom>
            <a:avLst/>
            <a:gdLst/>
            <a:ahLst/>
            <a:rect l="0" t="0" r="r" b="b"/>
            <a:pathLst>
              <a:path w="6509" h="1086">
                <a:moveTo>
                  <a:pt x="0" y="0"/>
                </a:moveTo>
                <a:lnTo>
                  <a:pt x="6509" y="0"/>
                </a:lnTo>
                <a:lnTo>
                  <a:pt x="650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924000" y="4752720"/>
            <a:ext cx="1991160" cy="390960"/>
          </a:xfrm>
          <a:custGeom>
            <a:avLst/>
            <a:gdLst/>
            <a:ahLst/>
            <a:rect l="0" t="0" r="r" b="b"/>
            <a:pathLst>
              <a:path w="5531" h="1086">
                <a:moveTo>
                  <a:pt x="0" y="0"/>
                </a:moveTo>
                <a:lnTo>
                  <a:pt x="5531" y="0"/>
                </a:lnTo>
                <a:lnTo>
                  <a:pt x="553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456840" y="2838240"/>
            <a:ext cx="10080" cy="343440"/>
          </a:xfrm>
          <a:custGeom>
            <a:avLst/>
            <a:gdLst/>
            <a:ahLst/>
            <a:rect l="0" t="0" r="r" b="b"/>
            <a:pathLst>
              <a:path w="28" h="954">
                <a:moveTo>
                  <a:pt x="0" y="0"/>
                </a:moveTo>
                <a:lnTo>
                  <a:pt x="28" y="0"/>
                </a:lnTo>
                <a:lnTo>
                  <a:pt x="2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456840" y="2838240"/>
            <a:ext cx="1124640" cy="10080"/>
          </a:xfrm>
          <a:custGeom>
            <a:avLst/>
            <a:gdLst/>
            <a:ahLst/>
            <a:rect l="0" t="0" r="r" b="b"/>
            <a:pathLst>
              <a:path w="3124" h="28">
                <a:moveTo>
                  <a:pt x="0" y="0"/>
                </a:moveTo>
                <a:lnTo>
                  <a:pt x="3124" y="0"/>
                </a:lnTo>
                <a:lnTo>
                  <a:pt x="31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1571400" y="2838240"/>
            <a:ext cx="10080" cy="343440"/>
          </a:xfrm>
          <a:custGeom>
            <a:avLst/>
            <a:gdLst/>
            <a:ahLst/>
            <a:rect l="0" t="0" r="r" b="b"/>
            <a:pathLst>
              <a:path w="28" h="954">
                <a:moveTo>
                  <a:pt x="0" y="0"/>
                </a:moveTo>
                <a:lnTo>
                  <a:pt x="28" y="0"/>
                </a:lnTo>
                <a:lnTo>
                  <a:pt x="2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581120" y="2838240"/>
            <a:ext cx="2352960" cy="10080"/>
          </a:xfrm>
          <a:custGeom>
            <a:avLst/>
            <a:gdLst/>
            <a:ahLst/>
            <a:rect l="0" t="0" r="r" b="b"/>
            <a:pathLst>
              <a:path w="6536" h="28">
                <a:moveTo>
                  <a:pt x="0" y="0"/>
                </a:moveTo>
                <a:lnTo>
                  <a:pt x="6536" y="0"/>
                </a:lnTo>
                <a:lnTo>
                  <a:pt x="65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3924000" y="2838240"/>
            <a:ext cx="10080" cy="343440"/>
          </a:xfrm>
          <a:custGeom>
            <a:avLst/>
            <a:gdLst/>
            <a:ahLst/>
            <a:rect l="0" t="0" r="r" b="b"/>
            <a:pathLst>
              <a:path w="28" h="954">
                <a:moveTo>
                  <a:pt x="0" y="0"/>
                </a:moveTo>
                <a:lnTo>
                  <a:pt x="28" y="0"/>
                </a:lnTo>
                <a:lnTo>
                  <a:pt x="28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3933720" y="283824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5905440" y="2838240"/>
            <a:ext cx="9720" cy="343440"/>
          </a:xfrm>
          <a:custGeom>
            <a:avLst/>
            <a:gdLst/>
            <a:ahLst/>
            <a:rect l="0" t="0" r="r" b="b"/>
            <a:pathLst>
              <a:path w="27" h="954">
                <a:moveTo>
                  <a:pt x="0" y="0"/>
                </a:moveTo>
                <a:lnTo>
                  <a:pt x="27" y="0"/>
                </a:lnTo>
                <a:lnTo>
                  <a:pt x="27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456840" y="3171600"/>
            <a:ext cx="1124640" cy="10080"/>
          </a:xfrm>
          <a:custGeom>
            <a:avLst/>
            <a:gdLst/>
            <a:ahLst/>
            <a:rect l="0" t="0" r="r" b="b"/>
            <a:pathLst>
              <a:path w="3124" h="28">
                <a:moveTo>
                  <a:pt x="0" y="0"/>
                </a:moveTo>
                <a:lnTo>
                  <a:pt x="3124" y="0"/>
                </a:lnTo>
                <a:lnTo>
                  <a:pt x="31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581120" y="3171600"/>
            <a:ext cx="2352960" cy="10080"/>
          </a:xfrm>
          <a:custGeom>
            <a:avLst/>
            <a:gdLst/>
            <a:ahLst/>
            <a:rect l="0" t="0" r="r" b="b"/>
            <a:pathLst>
              <a:path w="6536" h="28">
                <a:moveTo>
                  <a:pt x="0" y="0"/>
                </a:moveTo>
                <a:lnTo>
                  <a:pt x="6536" y="0"/>
                </a:lnTo>
                <a:lnTo>
                  <a:pt x="65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3933720" y="317160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456840" y="318132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1571400" y="318132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3924000" y="318132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5905440" y="318132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456840" y="3571560"/>
            <a:ext cx="10080" cy="400680"/>
          </a:xfrm>
          <a:custGeom>
            <a:avLst/>
            <a:gdLst/>
            <a:ahLst/>
            <a:rect l="0" t="0" r="r" b="b"/>
            <a:pathLst>
              <a:path w="28" h="1113">
                <a:moveTo>
                  <a:pt x="0" y="0"/>
                </a:moveTo>
                <a:lnTo>
                  <a:pt x="28" y="0"/>
                </a:lnTo>
                <a:lnTo>
                  <a:pt x="28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456840" y="3562200"/>
            <a:ext cx="1124640" cy="9720"/>
          </a:xfrm>
          <a:custGeom>
            <a:avLst/>
            <a:gdLst/>
            <a:ahLst/>
            <a:rect l="0" t="0" r="r" b="b"/>
            <a:pathLst>
              <a:path w="3124" h="27">
                <a:moveTo>
                  <a:pt x="0" y="0"/>
                </a:moveTo>
                <a:lnTo>
                  <a:pt x="3124" y="0"/>
                </a:lnTo>
                <a:lnTo>
                  <a:pt x="31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1571400" y="3571560"/>
            <a:ext cx="10080" cy="400680"/>
          </a:xfrm>
          <a:custGeom>
            <a:avLst/>
            <a:gdLst/>
            <a:ahLst/>
            <a:rect l="0" t="0" r="r" b="b"/>
            <a:pathLst>
              <a:path w="28" h="1113">
                <a:moveTo>
                  <a:pt x="0" y="0"/>
                </a:moveTo>
                <a:lnTo>
                  <a:pt x="28" y="0"/>
                </a:lnTo>
                <a:lnTo>
                  <a:pt x="28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1581120" y="3562200"/>
            <a:ext cx="2352960" cy="9720"/>
          </a:xfrm>
          <a:custGeom>
            <a:avLst/>
            <a:gdLst/>
            <a:ahLst/>
            <a:rect l="0" t="0" r="r" b="b"/>
            <a:pathLst>
              <a:path w="6536" h="27">
                <a:moveTo>
                  <a:pt x="0" y="0"/>
                </a:moveTo>
                <a:lnTo>
                  <a:pt x="6536" y="0"/>
                </a:lnTo>
                <a:lnTo>
                  <a:pt x="6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3924000" y="3571560"/>
            <a:ext cx="10080" cy="400680"/>
          </a:xfrm>
          <a:custGeom>
            <a:avLst/>
            <a:gdLst/>
            <a:ahLst/>
            <a:rect l="0" t="0" r="r" b="b"/>
            <a:pathLst>
              <a:path w="28" h="1113">
                <a:moveTo>
                  <a:pt x="0" y="0"/>
                </a:moveTo>
                <a:lnTo>
                  <a:pt x="28" y="0"/>
                </a:lnTo>
                <a:lnTo>
                  <a:pt x="28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3933720" y="356220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5905440" y="3571560"/>
            <a:ext cx="9720" cy="400680"/>
          </a:xfrm>
          <a:custGeom>
            <a:avLst/>
            <a:gdLst/>
            <a:ahLst/>
            <a:rect l="0" t="0" r="r" b="b"/>
            <a:pathLst>
              <a:path w="27" h="1113">
                <a:moveTo>
                  <a:pt x="0" y="0"/>
                </a:moveTo>
                <a:lnTo>
                  <a:pt x="27" y="0"/>
                </a:lnTo>
                <a:lnTo>
                  <a:pt x="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456840" y="397188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456840" y="3962160"/>
            <a:ext cx="1124640" cy="10080"/>
          </a:xfrm>
          <a:custGeom>
            <a:avLst/>
            <a:gdLst/>
            <a:ahLst/>
            <a:rect l="0" t="0" r="r" b="b"/>
            <a:pathLst>
              <a:path w="3124" h="28">
                <a:moveTo>
                  <a:pt x="0" y="0"/>
                </a:moveTo>
                <a:lnTo>
                  <a:pt x="3124" y="0"/>
                </a:lnTo>
                <a:lnTo>
                  <a:pt x="31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1571400" y="397188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1581120" y="3962160"/>
            <a:ext cx="2352960" cy="10080"/>
          </a:xfrm>
          <a:custGeom>
            <a:avLst/>
            <a:gdLst/>
            <a:ahLst/>
            <a:rect l="0" t="0" r="r" b="b"/>
            <a:pathLst>
              <a:path w="6536" h="28">
                <a:moveTo>
                  <a:pt x="0" y="0"/>
                </a:moveTo>
                <a:lnTo>
                  <a:pt x="6536" y="0"/>
                </a:lnTo>
                <a:lnTo>
                  <a:pt x="65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3924000" y="397188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3933720" y="3962160"/>
            <a:ext cx="1981440" cy="10080"/>
          </a:xfrm>
          <a:custGeom>
            <a:avLst/>
            <a:gdLst/>
            <a:ahLst/>
            <a:rect l="0" t="0" r="r" b="b"/>
            <a:pathLst>
              <a:path w="5504" h="28">
                <a:moveTo>
                  <a:pt x="0" y="0"/>
                </a:moveTo>
                <a:lnTo>
                  <a:pt x="5504" y="0"/>
                </a:lnTo>
                <a:lnTo>
                  <a:pt x="55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5905440" y="397188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456840" y="4362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456840" y="4352760"/>
            <a:ext cx="1124640" cy="9720"/>
          </a:xfrm>
          <a:custGeom>
            <a:avLst/>
            <a:gdLst/>
            <a:ahLst/>
            <a:rect l="0" t="0" r="r" b="b"/>
            <a:pathLst>
              <a:path w="3124" h="27">
                <a:moveTo>
                  <a:pt x="0" y="0"/>
                </a:moveTo>
                <a:lnTo>
                  <a:pt x="3124" y="0"/>
                </a:lnTo>
                <a:lnTo>
                  <a:pt x="31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1571400" y="4362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1581120" y="4352760"/>
            <a:ext cx="2352960" cy="9720"/>
          </a:xfrm>
          <a:custGeom>
            <a:avLst/>
            <a:gdLst/>
            <a:ahLst/>
            <a:rect l="0" t="0" r="r" b="b"/>
            <a:pathLst>
              <a:path w="6536" h="27">
                <a:moveTo>
                  <a:pt x="0" y="0"/>
                </a:moveTo>
                <a:lnTo>
                  <a:pt x="6536" y="0"/>
                </a:lnTo>
                <a:lnTo>
                  <a:pt x="6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3924000" y="4362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3933720" y="435276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5905440" y="4362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456840" y="4752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456840" y="4743360"/>
            <a:ext cx="1124640" cy="9720"/>
          </a:xfrm>
          <a:custGeom>
            <a:avLst/>
            <a:gdLst/>
            <a:ahLst/>
            <a:rect l="0" t="0" r="r" b="b"/>
            <a:pathLst>
              <a:path w="3124" h="27">
                <a:moveTo>
                  <a:pt x="0" y="0"/>
                </a:moveTo>
                <a:lnTo>
                  <a:pt x="3124" y="0"/>
                </a:lnTo>
                <a:lnTo>
                  <a:pt x="31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1571400" y="4752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581120" y="4743360"/>
            <a:ext cx="2352960" cy="9720"/>
          </a:xfrm>
          <a:custGeom>
            <a:avLst/>
            <a:gdLst/>
            <a:ahLst/>
            <a:rect l="0" t="0" r="r" b="b"/>
            <a:pathLst>
              <a:path w="6536" h="27">
                <a:moveTo>
                  <a:pt x="0" y="0"/>
                </a:moveTo>
                <a:lnTo>
                  <a:pt x="6536" y="0"/>
                </a:lnTo>
                <a:lnTo>
                  <a:pt x="6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3924000" y="4752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3933720" y="474336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5905440" y="47527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456840" y="5133960"/>
            <a:ext cx="1124640" cy="9720"/>
          </a:xfrm>
          <a:custGeom>
            <a:avLst/>
            <a:gdLst/>
            <a:ahLst/>
            <a:rect l="0" t="0" r="r" b="b"/>
            <a:pathLst>
              <a:path w="3124" h="27">
                <a:moveTo>
                  <a:pt x="0" y="0"/>
                </a:moveTo>
                <a:lnTo>
                  <a:pt x="3124" y="0"/>
                </a:lnTo>
                <a:lnTo>
                  <a:pt x="31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1581120" y="5133960"/>
            <a:ext cx="2352960" cy="9720"/>
          </a:xfrm>
          <a:custGeom>
            <a:avLst/>
            <a:gdLst/>
            <a:ahLst/>
            <a:rect l="0" t="0" r="r" b="b"/>
            <a:pathLst>
              <a:path w="6536" h="27">
                <a:moveTo>
                  <a:pt x="0" y="0"/>
                </a:moveTo>
                <a:lnTo>
                  <a:pt x="6536" y="0"/>
                </a:lnTo>
                <a:lnTo>
                  <a:pt x="6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3933720" y="5133960"/>
            <a:ext cx="1981440" cy="9720"/>
          </a:xfrm>
          <a:custGeom>
            <a:avLst/>
            <a:gdLst/>
            <a:ahLst/>
            <a:rect l="0" t="0" r="r" b="b"/>
            <a:pathLst>
              <a:path w="5504" h="27">
                <a:moveTo>
                  <a:pt x="0" y="0"/>
                </a:moveTo>
                <a:lnTo>
                  <a:pt x="5504" y="0"/>
                </a:lnTo>
                <a:lnTo>
                  <a:pt x="55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457200" y="1741680"/>
            <a:ext cx="54734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Arrays / Listas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648000" y="2928240"/>
            <a:ext cx="687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CONCEPTO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2287800" y="2928240"/>
            <a:ext cx="860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BASH / ZSH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4732920" y="2928240"/>
            <a:ext cx="343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FISH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1704960" y="3276360"/>
            <a:ext cx="943200" cy="209880"/>
          </a:xfrm>
          <a:custGeom>
            <a:avLst/>
            <a:gdLst/>
            <a:ahLst/>
            <a:rect l="0" t="0" r="r" b="b"/>
            <a:pathLst>
              <a:path w="2620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514" y="0"/>
                </a:lnTo>
                <a:cubicBezTo>
                  <a:pt x="2528" y="0"/>
                  <a:pt x="2542" y="3"/>
                  <a:pt x="2555" y="8"/>
                </a:cubicBezTo>
                <a:cubicBezTo>
                  <a:pt x="2568" y="14"/>
                  <a:pt x="2579" y="21"/>
                  <a:pt x="2589" y="31"/>
                </a:cubicBezTo>
                <a:cubicBezTo>
                  <a:pt x="2599" y="41"/>
                  <a:pt x="2606" y="53"/>
                  <a:pt x="2612" y="65"/>
                </a:cubicBezTo>
                <a:cubicBezTo>
                  <a:pt x="2617" y="78"/>
                  <a:pt x="2620" y="92"/>
                  <a:pt x="2620" y="106"/>
                </a:cubicBezTo>
                <a:lnTo>
                  <a:pt x="2620" y="476"/>
                </a:lnTo>
                <a:cubicBezTo>
                  <a:pt x="2620" y="490"/>
                  <a:pt x="2617" y="505"/>
                  <a:pt x="2612" y="518"/>
                </a:cubicBezTo>
                <a:cubicBezTo>
                  <a:pt x="2606" y="531"/>
                  <a:pt x="2599" y="542"/>
                  <a:pt x="2589" y="552"/>
                </a:cubicBezTo>
                <a:cubicBezTo>
                  <a:pt x="2579" y="562"/>
                  <a:pt x="2568" y="570"/>
                  <a:pt x="2555" y="575"/>
                </a:cubicBezTo>
                <a:cubicBezTo>
                  <a:pt x="2542" y="581"/>
                  <a:pt x="2528" y="583"/>
                  <a:pt x="2514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0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1709640" y="3281040"/>
            <a:ext cx="933840" cy="200520"/>
          </a:xfrm>
          <a:custGeom>
            <a:avLst/>
            <a:gdLst/>
            <a:ahLst/>
            <a:rect l="0" t="0" r="r" b="b"/>
            <a:pathLst>
              <a:path w="2594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2" y="70"/>
                  <a:pt x="7" y="59"/>
                </a:cubicBezTo>
                <a:cubicBezTo>
                  <a:pt x="12" y="47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501" y="0"/>
                </a:lnTo>
                <a:cubicBezTo>
                  <a:pt x="2513" y="0"/>
                  <a:pt x="2525" y="3"/>
                  <a:pt x="2537" y="7"/>
                </a:cubicBezTo>
                <a:cubicBezTo>
                  <a:pt x="2548" y="12"/>
                  <a:pt x="2558" y="19"/>
                  <a:pt x="2567" y="28"/>
                </a:cubicBezTo>
                <a:cubicBezTo>
                  <a:pt x="2575" y="36"/>
                  <a:pt x="2582" y="47"/>
                  <a:pt x="2587" y="59"/>
                </a:cubicBezTo>
                <a:cubicBezTo>
                  <a:pt x="2591" y="70"/>
                  <a:pt x="2594" y="82"/>
                  <a:pt x="2594" y="94"/>
                </a:cubicBezTo>
                <a:lnTo>
                  <a:pt x="2594" y="464"/>
                </a:lnTo>
                <a:cubicBezTo>
                  <a:pt x="2594" y="477"/>
                  <a:pt x="2591" y="489"/>
                  <a:pt x="2587" y="500"/>
                </a:cubicBezTo>
                <a:cubicBezTo>
                  <a:pt x="2582" y="511"/>
                  <a:pt x="2575" y="521"/>
                  <a:pt x="2567" y="530"/>
                </a:cubicBezTo>
                <a:cubicBezTo>
                  <a:pt x="2558" y="539"/>
                  <a:pt x="2548" y="545"/>
                  <a:pt x="2537" y="550"/>
                </a:cubicBezTo>
                <a:cubicBezTo>
                  <a:pt x="2525" y="555"/>
                  <a:pt x="2513" y="557"/>
                  <a:pt x="2501" y="557"/>
                </a:cubicBezTo>
                <a:lnTo>
                  <a:pt x="92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6" y="545"/>
                  <a:pt x="36" y="539"/>
                  <a:pt x="27" y="530"/>
                </a:cubicBezTo>
                <a:cubicBezTo>
                  <a:pt x="18" y="521"/>
                  <a:pt x="12" y="511"/>
                  <a:pt x="7" y="500"/>
                </a:cubicBezTo>
                <a:cubicBezTo>
                  <a:pt x="2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590400" y="3269880"/>
            <a:ext cx="8632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Declarar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4057560" y="3276360"/>
            <a:ext cx="1124280" cy="209880"/>
          </a:xfrm>
          <a:custGeom>
            <a:avLst/>
            <a:gdLst/>
            <a:ahLst/>
            <a:rect l="0" t="0" r="r" b="b"/>
            <a:pathLst>
              <a:path w="312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017" y="0"/>
                </a:lnTo>
                <a:cubicBezTo>
                  <a:pt x="3031" y="0"/>
                  <a:pt x="3045" y="3"/>
                  <a:pt x="3057" y="8"/>
                </a:cubicBezTo>
                <a:cubicBezTo>
                  <a:pt x="3070" y="14"/>
                  <a:pt x="3082" y="21"/>
                  <a:pt x="3092" y="31"/>
                </a:cubicBezTo>
                <a:cubicBezTo>
                  <a:pt x="3102" y="41"/>
                  <a:pt x="3109" y="53"/>
                  <a:pt x="3115" y="65"/>
                </a:cubicBezTo>
                <a:cubicBezTo>
                  <a:pt x="3120" y="78"/>
                  <a:pt x="3123" y="92"/>
                  <a:pt x="3123" y="106"/>
                </a:cubicBezTo>
                <a:lnTo>
                  <a:pt x="3123" y="476"/>
                </a:lnTo>
                <a:cubicBezTo>
                  <a:pt x="3123" y="490"/>
                  <a:pt x="3120" y="505"/>
                  <a:pt x="3115" y="518"/>
                </a:cubicBezTo>
                <a:cubicBezTo>
                  <a:pt x="3109" y="531"/>
                  <a:pt x="3102" y="542"/>
                  <a:pt x="3092" y="552"/>
                </a:cubicBezTo>
                <a:cubicBezTo>
                  <a:pt x="3082" y="562"/>
                  <a:pt x="3070" y="570"/>
                  <a:pt x="3057" y="575"/>
                </a:cubicBezTo>
                <a:cubicBezTo>
                  <a:pt x="3045" y="581"/>
                  <a:pt x="3031" y="583"/>
                  <a:pt x="301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4062240" y="3281040"/>
            <a:ext cx="1114920" cy="200520"/>
          </a:xfrm>
          <a:custGeom>
            <a:avLst/>
            <a:gdLst/>
            <a:ahLst/>
            <a:rect l="0" t="0" r="r" b="b"/>
            <a:pathLst>
              <a:path w="3097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2" y="70"/>
                  <a:pt x="7" y="59"/>
                </a:cubicBezTo>
                <a:cubicBezTo>
                  <a:pt x="12" y="47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3" y="0"/>
                </a:cubicBezTo>
                <a:lnTo>
                  <a:pt x="3004" y="0"/>
                </a:lnTo>
                <a:cubicBezTo>
                  <a:pt x="3016" y="0"/>
                  <a:pt x="3028" y="3"/>
                  <a:pt x="3039" y="7"/>
                </a:cubicBezTo>
                <a:cubicBezTo>
                  <a:pt x="3051" y="12"/>
                  <a:pt x="3061" y="19"/>
                  <a:pt x="3069" y="28"/>
                </a:cubicBezTo>
                <a:cubicBezTo>
                  <a:pt x="3078" y="36"/>
                  <a:pt x="3085" y="47"/>
                  <a:pt x="3090" y="59"/>
                </a:cubicBezTo>
                <a:cubicBezTo>
                  <a:pt x="3094" y="70"/>
                  <a:pt x="3097" y="82"/>
                  <a:pt x="3097" y="94"/>
                </a:cubicBezTo>
                <a:lnTo>
                  <a:pt x="3097" y="464"/>
                </a:lnTo>
                <a:cubicBezTo>
                  <a:pt x="3097" y="477"/>
                  <a:pt x="3094" y="489"/>
                  <a:pt x="3090" y="500"/>
                </a:cubicBezTo>
                <a:cubicBezTo>
                  <a:pt x="3085" y="511"/>
                  <a:pt x="3078" y="521"/>
                  <a:pt x="3069" y="530"/>
                </a:cubicBezTo>
                <a:cubicBezTo>
                  <a:pt x="3061" y="539"/>
                  <a:pt x="3051" y="545"/>
                  <a:pt x="3039" y="550"/>
                </a:cubicBezTo>
                <a:cubicBezTo>
                  <a:pt x="3028" y="555"/>
                  <a:pt x="3016" y="557"/>
                  <a:pt x="3004" y="557"/>
                </a:cubicBezTo>
                <a:lnTo>
                  <a:pt x="93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6" y="545"/>
                  <a:pt x="36" y="539"/>
                  <a:pt x="27" y="530"/>
                </a:cubicBezTo>
                <a:cubicBezTo>
                  <a:pt x="18" y="521"/>
                  <a:pt x="12" y="511"/>
                  <a:pt x="7" y="500"/>
                </a:cubicBezTo>
                <a:cubicBezTo>
                  <a:pt x="2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1766520" y="3292200"/>
            <a:ext cx="8236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arr=(a b)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4114800" y="329220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set arr a b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1704960" y="3666960"/>
            <a:ext cx="1124280" cy="209880"/>
          </a:xfrm>
          <a:custGeom>
            <a:avLst/>
            <a:gdLst/>
            <a:ahLst/>
            <a:rect l="0" t="0" r="r" b="b"/>
            <a:pathLst>
              <a:path w="3123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016" y="0"/>
                </a:lnTo>
                <a:cubicBezTo>
                  <a:pt x="3030" y="0"/>
                  <a:pt x="3043" y="3"/>
                  <a:pt x="3056" y="8"/>
                </a:cubicBezTo>
                <a:cubicBezTo>
                  <a:pt x="3070" y="13"/>
                  <a:pt x="3082" y="21"/>
                  <a:pt x="3092" y="31"/>
                </a:cubicBezTo>
                <a:cubicBezTo>
                  <a:pt x="3102" y="41"/>
                  <a:pt x="3109" y="52"/>
                  <a:pt x="3115" y="65"/>
                </a:cubicBezTo>
                <a:cubicBezTo>
                  <a:pt x="3120" y="78"/>
                  <a:pt x="3123" y="92"/>
                  <a:pt x="3123" y="106"/>
                </a:cubicBezTo>
                <a:lnTo>
                  <a:pt x="3123" y="476"/>
                </a:lnTo>
                <a:cubicBezTo>
                  <a:pt x="3123" y="490"/>
                  <a:pt x="3120" y="504"/>
                  <a:pt x="3115" y="517"/>
                </a:cubicBezTo>
                <a:cubicBezTo>
                  <a:pt x="3109" y="530"/>
                  <a:pt x="3102" y="541"/>
                  <a:pt x="3092" y="551"/>
                </a:cubicBezTo>
                <a:cubicBezTo>
                  <a:pt x="3082" y="561"/>
                  <a:pt x="3070" y="569"/>
                  <a:pt x="3056" y="574"/>
                </a:cubicBezTo>
                <a:cubicBezTo>
                  <a:pt x="3043" y="579"/>
                  <a:pt x="3030" y="583"/>
                  <a:pt x="3016" y="583"/>
                </a:cubicBezTo>
                <a:lnTo>
                  <a:pt x="105" y="583"/>
                </a:lnTo>
                <a:cubicBezTo>
                  <a:pt x="91" y="583"/>
                  <a:pt x="78" y="579"/>
                  <a:pt x="65" y="574"/>
                </a:cubicBezTo>
                <a:cubicBezTo>
                  <a:pt x="52" y="569"/>
                  <a:pt x="40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1709640" y="3671640"/>
            <a:ext cx="1114560" cy="200520"/>
          </a:xfrm>
          <a:custGeom>
            <a:avLst/>
            <a:gdLst/>
            <a:ahLst/>
            <a:rect l="0" t="0" r="r" b="b"/>
            <a:pathLst>
              <a:path w="3096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2" y="70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3004" y="0"/>
                </a:lnTo>
                <a:cubicBezTo>
                  <a:pt x="3016" y="0"/>
                  <a:pt x="3028" y="3"/>
                  <a:pt x="3039" y="7"/>
                </a:cubicBezTo>
                <a:cubicBezTo>
                  <a:pt x="3051" y="12"/>
                  <a:pt x="3061" y="19"/>
                  <a:pt x="3069" y="27"/>
                </a:cubicBezTo>
                <a:cubicBezTo>
                  <a:pt x="3078" y="36"/>
                  <a:pt x="3085" y="46"/>
                  <a:pt x="3089" y="57"/>
                </a:cubicBezTo>
                <a:cubicBezTo>
                  <a:pt x="3094" y="70"/>
                  <a:pt x="3096" y="82"/>
                  <a:pt x="3096" y="94"/>
                </a:cubicBezTo>
                <a:lnTo>
                  <a:pt x="3096" y="464"/>
                </a:lnTo>
                <a:cubicBezTo>
                  <a:pt x="3096" y="476"/>
                  <a:pt x="3094" y="488"/>
                  <a:pt x="3089" y="500"/>
                </a:cubicBezTo>
                <a:cubicBezTo>
                  <a:pt x="3085" y="511"/>
                  <a:pt x="3078" y="521"/>
                  <a:pt x="3069" y="530"/>
                </a:cubicBezTo>
                <a:cubicBezTo>
                  <a:pt x="3061" y="538"/>
                  <a:pt x="3051" y="545"/>
                  <a:pt x="3039" y="550"/>
                </a:cubicBezTo>
                <a:cubicBezTo>
                  <a:pt x="3028" y="554"/>
                  <a:pt x="3016" y="557"/>
                  <a:pt x="3004" y="557"/>
                </a:cubicBezTo>
                <a:lnTo>
                  <a:pt x="92" y="557"/>
                </a:lnTo>
                <a:cubicBezTo>
                  <a:pt x="80" y="557"/>
                  <a:pt x="68" y="554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8" y="521"/>
                  <a:pt x="12" y="511"/>
                  <a:pt x="7" y="500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590400" y="3660480"/>
            <a:ext cx="7552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Acceder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1766520" y="368280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"${arr[0]}"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4057560" y="3666960"/>
            <a:ext cx="752760" cy="209880"/>
          </a:xfrm>
          <a:custGeom>
            <a:avLst/>
            <a:gdLst/>
            <a:ahLst/>
            <a:rect l="0" t="0" r="r" b="b"/>
            <a:pathLst>
              <a:path w="2091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985" y="0"/>
                </a:lnTo>
                <a:cubicBezTo>
                  <a:pt x="1999" y="0"/>
                  <a:pt x="2013" y="3"/>
                  <a:pt x="2026" y="8"/>
                </a:cubicBezTo>
                <a:cubicBezTo>
                  <a:pt x="2039" y="13"/>
                  <a:pt x="2050" y="21"/>
                  <a:pt x="2060" y="31"/>
                </a:cubicBezTo>
                <a:cubicBezTo>
                  <a:pt x="2070" y="41"/>
                  <a:pt x="2078" y="52"/>
                  <a:pt x="2083" y="65"/>
                </a:cubicBezTo>
                <a:cubicBezTo>
                  <a:pt x="2088" y="78"/>
                  <a:pt x="2091" y="92"/>
                  <a:pt x="2091" y="106"/>
                </a:cubicBezTo>
                <a:lnTo>
                  <a:pt x="2091" y="476"/>
                </a:lnTo>
                <a:cubicBezTo>
                  <a:pt x="2091" y="490"/>
                  <a:pt x="2088" y="504"/>
                  <a:pt x="2083" y="517"/>
                </a:cubicBezTo>
                <a:cubicBezTo>
                  <a:pt x="2078" y="530"/>
                  <a:pt x="2070" y="541"/>
                  <a:pt x="2060" y="551"/>
                </a:cubicBezTo>
                <a:cubicBezTo>
                  <a:pt x="2050" y="561"/>
                  <a:pt x="2039" y="569"/>
                  <a:pt x="2026" y="574"/>
                </a:cubicBezTo>
                <a:cubicBezTo>
                  <a:pt x="2013" y="579"/>
                  <a:pt x="1999" y="583"/>
                  <a:pt x="1985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9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2" y="504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4062240" y="3671640"/>
            <a:ext cx="743400" cy="200520"/>
          </a:xfrm>
          <a:custGeom>
            <a:avLst/>
            <a:gdLst/>
            <a:ahLst/>
            <a:rect l="0" t="0" r="r" b="b"/>
            <a:pathLst>
              <a:path w="2065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2" y="70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4" y="0"/>
                </a:cubicBezTo>
                <a:lnTo>
                  <a:pt x="1972" y="0"/>
                </a:lnTo>
                <a:cubicBezTo>
                  <a:pt x="1984" y="0"/>
                  <a:pt x="1996" y="3"/>
                  <a:pt x="2008" y="7"/>
                </a:cubicBezTo>
                <a:cubicBezTo>
                  <a:pt x="2019" y="12"/>
                  <a:pt x="2029" y="19"/>
                  <a:pt x="2038" y="27"/>
                </a:cubicBezTo>
                <a:cubicBezTo>
                  <a:pt x="2046" y="36"/>
                  <a:pt x="2053" y="46"/>
                  <a:pt x="2058" y="57"/>
                </a:cubicBezTo>
                <a:cubicBezTo>
                  <a:pt x="2062" y="70"/>
                  <a:pt x="2065" y="82"/>
                  <a:pt x="2065" y="94"/>
                </a:cubicBezTo>
                <a:lnTo>
                  <a:pt x="2065" y="464"/>
                </a:lnTo>
                <a:cubicBezTo>
                  <a:pt x="2065" y="476"/>
                  <a:pt x="2062" y="488"/>
                  <a:pt x="2058" y="500"/>
                </a:cubicBezTo>
                <a:cubicBezTo>
                  <a:pt x="2053" y="511"/>
                  <a:pt x="2046" y="521"/>
                  <a:pt x="2038" y="530"/>
                </a:cubicBezTo>
                <a:cubicBezTo>
                  <a:pt x="2029" y="538"/>
                  <a:pt x="2019" y="545"/>
                  <a:pt x="2008" y="550"/>
                </a:cubicBezTo>
                <a:cubicBezTo>
                  <a:pt x="1996" y="554"/>
                  <a:pt x="1984" y="557"/>
                  <a:pt x="1972" y="557"/>
                </a:cubicBezTo>
                <a:lnTo>
                  <a:pt x="94" y="557"/>
                </a:lnTo>
                <a:cubicBezTo>
                  <a:pt x="81" y="557"/>
                  <a:pt x="69" y="554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8" y="521"/>
                  <a:pt x="12" y="511"/>
                  <a:pt x="7" y="500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2830680" y="3660480"/>
            <a:ext cx="969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(Base 0)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4114800" y="3682800"/>
            <a:ext cx="6408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$arr[1]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4812480" y="3660480"/>
            <a:ext cx="969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0" lang="en-US" sz="1410" spc="-1" strike="noStrike">
                <a:solidFill>
                  <a:srgbClr val="60a5fa"/>
                </a:solidFill>
                <a:latin typeface="Courier New"/>
                <a:ea typeface="Courier New"/>
              </a:rPr>
              <a:t>(Base 1)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1704960" y="4066920"/>
            <a:ext cx="1124280" cy="209880"/>
          </a:xfrm>
          <a:custGeom>
            <a:avLst/>
            <a:gdLst/>
            <a:ahLst/>
            <a:rect l="0" t="0" r="r" b="b"/>
            <a:pathLst>
              <a:path w="3123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016" y="0"/>
                </a:lnTo>
                <a:cubicBezTo>
                  <a:pt x="3030" y="0"/>
                  <a:pt x="3043" y="3"/>
                  <a:pt x="3056" y="8"/>
                </a:cubicBezTo>
                <a:cubicBezTo>
                  <a:pt x="3070" y="14"/>
                  <a:pt x="3082" y="21"/>
                  <a:pt x="3092" y="31"/>
                </a:cubicBezTo>
                <a:cubicBezTo>
                  <a:pt x="3102" y="41"/>
                  <a:pt x="3109" y="54"/>
                  <a:pt x="3115" y="67"/>
                </a:cubicBezTo>
                <a:cubicBezTo>
                  <a:pt x="3120" y="80"/>
                  <a:pt x="3123" y="93"/>
                  <a:pt x="3123" y="107"/>
                </a:cubicBezTo>
                <a:lnTo>
                  <a:pt x="3123" y="477"/>
                </a:lnTo>
                <a:cubicBezTo>
                  <a:pt x="3123" y="491"/>
                  <a:pt x="3120" y="505"/>
                  <a:pt x="3115" y="518"/>
                </a:cubicBezTo>
                <a:cubicBezTo>
                  <a:pt x="3109" y="531"/>
                  <a:pt x="3102" y="542"/>
                  <a:pt x="3092" y="552"/>
                </a:cubicBezTo>
                <a:cubicBezTo>
                  <a:pt x="3082" y="562"/>
                  <a:pt x="3070" y="570"/>
                  <a:pt x="3056" y="575"/>
                </a:cubicBezTo>
                <a:cubicBezTo>
                  <a:pt x="3043" y="581"/>
                  <a:pt x="3030" y="583"/>
                  <a:pt x="3016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0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1709640" y="4071600"/>
            <a:ext cx="1114560" cy="200520"/>
          </a:xfrm>
          <a:custGeom>
            <a:avLst/>
            <a:gdLst/>
            <a:ahLst/>
            <a:rect l="0" t="0" r="r" b="b"/>
            <a:pathLst>
              <a:path w="3096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2" y="70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3004" y="0"/>
                </a:lnTo>
                <a:cubicBezTo>
                  <a:pt x="3016" y="0"/>
                  <a:pt x="3028" y="3"/>
                  <a:pt x="3039" y="7"/>
                </a:cubicBezTo>
                <a:cubicBezTo>
                  <a:pt x="3051" y="12"/>
                  <a:pt x="3061" y="19"/>
                  <a:pt x="3069" y="28"/>
                </a:cubicBezTo>
                <a:cubicBezTo>
                  <a:pt x="3078" y="36"/>
                  <a:pt x="3085" y="46"/>
                  <a:pt x="3089" y="58"/>
                </a:cubicBezTo>
                <a:cubicBezTo>
                  <a:pt x="3094" y="70"/>
                  <a:pt x="3096" y="82"/>
                  <a:pt x="3096" y="94"/>
                </a:cubicBezTo>
                <a:lnTo>
                  <a:pt x="3096" y="464"/>
                </a:lnTo>
                <a:cubicBezTo>
                  <a:pt x="3096" y="477"/>
                  <a:pt x="3094" y="489"/>
                  <a:pt x="3089" y="500"/>
                </a:cubicBezTo>
                <a:cubicBezTo>
                  <a:pt x="3085" y="511"/>
                  <a:pt x="3078" y="521"/>
                  <a:pt x="3069" y="530"/>
                </a:cubicBezTo>
                <a:cubicBezTo>
                  <a:pt x="3061" y="539"/>
                  <a:pt x="3051" y="545"/>
                  <a:pt x="3039" y="550"/>
                </a:cubicBezTo>
                <a:cubicBezTo>
                  <a:pt x="3028" y="555"/>
                  <a:pt x="3016" y="557"/>
                  <a:pt x="3004" y="557"/>
                </a:cubicBezTo>
                <a:lnTo>
                  <a:pt x="92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6" y="545"/>
                  <a:pt x="36" y="539"/>
                  <a:pt x="27" y="530"/>
                </a:cubicBezTo>
                <a:cubicBezTo>
                  <a:pt x="18" y="521"/>
                  <a:pt x="12" y="511"/>
                  <a:pt x="7" y="500"/>
                </a:cubicBezTo>
                <a:cubicBezTo>
                  <a:pt x="2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590400" y="4060440"/>
            <a:ext cx="5403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Todos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4057560" y="4066920"/>
            <a:ext cx="476640" cy="209880"/>
          </a:xfrm>
          <a:custGeom>
            <a:avLst/>
            <a:gdLst/>
            <a:ahLst/>
            <a:rect l="0" t="0" r="r" b="b"/>
            <a:pathLst>
              <a:path w="1324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17" y="0"/>
                </a:lnTo>
                <a:cubicBezTo>
                  <a:pt x="1231" y="0"/>
                  <a:pt x="1244" y="3"/>
                  <a:pt x="1257" y="8"/>
                </a:cubicBezTo>
                <a:cubicBezTo>
                  <a:pt x="1270" y="14"/>
                  <a:pt x="1282" y="21"/>
                  <a:pt x="1293" y="31"/>
                </a:cubicBezTo>
                <a:cubicBezTo>
                  <a:pt x="1303" y="41"/>
                  <a:pt x="1310" y="54"/>
                  <a:pt x="1316" y="67"/>
                </a:cubicBezTo>
                <a:cubicBezTo>
                  <a:pt x="1321" y="80"/>
                  <a:pt x="1324" y="93"/>
                  <a:pt x="1324" y="107"/>
                </a:cubicBezTo>
                <a:lnTo>
                  <a:pt x="1324" y="477"/>
                </a:lnTo>
                <a:cubicBezTo>
                  <a:pt x="1324" y="491"/>
                  <a:pt x="1321" y="505"/>
                  <a:pt x="1316" y="518"/>
                </a:cubicBezTo>
                <a:cubicBezTo>
                  <a:pt x="1310" y="531"/>
                  <a:pt x="1303" y="542"/>
                  <a:pt x="1293" y="552"/>
                </a:cubicBezTo>
                <a:cubicBezTo>
                  <a:pt x="1282" y="562"/>
                  <a:pt x="1270" y="570"/>
                  <a:pt x="1257" y="575"/>
                </a:cubicBezTo>
                <a:cubicBezTo>
                  <a:pt x="1244" y="581"/>
                  <a:pt x="1231" y="583"/>
                  <a:pt x="121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4062240" y="4071600"/>
            <a:ext cx="466920" cy="200520"/>
          </a:xfrm>
          <a:custGeom>
            <a:avLst/>
            <a:gdLst/>
            <a:ahLst/>
            <a:rect l="0" t="0" r="r" b="b"/>
            <a:pathLst>
              <a:path w="1297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2" y="70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3" y="0"/>
                </a:cubicBezTo>
                <a:lnTo>
                  <a:pt x="1205" y="0"/>
                </a:lnTo>
                <a:cubicBezTo>
                  <a:pt x="1217" y="0"/>
                  <a:pt x="1229" y="3"/>
                  <a:pt x="1240" y="7"/>
                </a:cubicBezTo>
                <a:cubicBezTo>
                  <a:pt x="1252" y="12"/>
                  <a:pt x="1262" y="19"/>
                  <a:pt x="1270" y="28"/>
                </a:cubicBezTo>
                <a:cubicBezTo>
                  <a:pt x="1279" y="36"/>
                  <a:pt x="1286" y="46"/>
                  <a:pt x="1290" y="58"/>
                </a:cubicBezTo>
                <a:cubicBezTo>
                  <a:pt x="1295" y="70"/>
                  <a:pt x="1297" y="82"/>
                  <a:pt x="1297" y="94"/>
                </a:cubicBezTo>
                <a:lnTo>
                  <a:pt x="1297" y="464"/>
                </a:lnTo>
                <a:cubicBezTo>
                  <a:pt x="1297" y="477"/>
                  <a:pt x="1295" y="489"/>
                  <a:pt x="1290" y="500"/>
                </a:cubicBezTo>
                <a:cubicBezTo>
                  <a:pt x="1286" y="511"/>
                  <a:pt x="1279" y="521"/>
                  <a:pt x="1270" y="530"/>
                </a:cubicBezTo>
                <a:cubicBezTo>
                  <a:pt x="1262" y="539"/>
                  <a:pt x="1252" y="545"/>
                  <a:pt x="1240" y="550"/>
                </a:cubicBezTo>
                <a:cubicBezTo>
                  <a:pt x="1229" y="555"/>
                  <a:pt x="1217" y="557"/>
                  <a:pt x="1205" y="557"/>
                </a:cubicBezTo>
                <a:lnTo>
                  <a:pt x="93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6" y="545"/>
                  <a:pt x="36" y="539"/>
                  <a:pt x="27" y="530"/>
                </a:cubicBezTo>
                <a:cubicBezTo>
                  <a:pt x="18" y="521"/>
                  <a:pt x="12" y="511"/>
                  <a:pt x="7" y="500"/>
                </a:cubicBezTo>
                <a:cubicBezTo>
                  <a:pt x="2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766520" y="408312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"${arr[@]}"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4114800" y="4083120"/>
            <a:ext cx="366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$arr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704960" y="4457520"/>
            <a:ext cx="1038240" cy="209880"/>
          </a:xfrm>
          <a:custGeom>
            <a:avLst/>
            <a:gdLst/>
            <a:ahLst/>
            <a:rect l="0" t="0" r="r" b="b"/>
            <a:pathLst>
              <a:path w="2884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779" y="0"/>
                </a:lnTo>
                <a:cubicBezTo>
                  <a:pt x="2793" y="0"/>
                  <a:pt x="2806" y="3"/>
                  <a:pt x="2819" y="8"/>
                </a:cubicBezTo>
                <a:cubicBezTo>
                  <a:pt x="2832" y="13"/>
                  <a:pt x="2844" y="21"/>
                  <a:pt x="2854" y="31"/>
                </a:cubicBezTo>
                <a:cubicBezTo>
                  <a:pt x="2863" y="41"/>
                  <a:pt x="2871" y="52"/>
                  <a:pt x="2876" y="65"/>
                </a:cubicBezTo>
                <a:cubicBezTo>
                  <a:pt x="2882" y="78"/>
                  <a:pt x="2884" y="92"/>
                  <a:pt x="2884" y="106"/>
                </a:cubicBezTo>
                <a:lnTo>
                  <a:pt x="2884" y="477"/>
                </a:lnTo>
                <a:cubicBezTo>
                  <a:pt x="2884" y="491"/>
                  <a:pt x="2882" y="505"/>
                  <a:pt x="2876" y="518"/>
                </a:cubicBezTo>
                <a:cubicBezTo>
                  <a:pt x="2871" y="531"/>
                  <a:pt x="2863" y="542"/>
                  <a:pt x="2854" y="552"/>
                </a:cubicBezTo>
                <a:cubicBezTo>
                  <a:pt x="2844" y="562"/>
                  <a:pt x="2832" y="570"/>
                  <a:pt x="2819" y="575"/>
                </a:cubicBezTo>
                <a:cubicBezTo>
                  <a:pt x="2806" y="580"/>
                  <a:pt x="2793" y="583"/>
                  <a:pt x="2779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70"/>
                  <a:pt x="40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1709640" y="4462200"/>
            <a:ext cx="1028880" cy="200520"/>
          </a:xfrm>
          <a:custGeom>
            <a:avLst/>
            <a:gdLst/>
            <a:ahLst/>
            <a:rect l="0" t="0" r="r" b="b"/>
            <a:pathLst>
              <a:path w="2858" h="557">
                <a:moveTo>
                  <a:pt x="0" y="464"/>
                </a:moveTo>
                <a:lnTo>
                  <a:pt x="0" y="94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766" y="0"/>
                </a:lnTo>
                <a:cubicBezTo>
                  <a:pt x="2778" y="0"/>
                  <a:pt x="2790" y="3"/>
                  <a:pt x="2801" y="7"/>
                </a:cubicBezTo>
                <a:cubicBezTo>
                  <a:pt x="2812" y="12"/>
                  <a:pt x="2822" y="19"/>
                  <a:pt x="2831" y="27"/>
                </a:cubicBezTo>
                <a:cubicBezTo>
                  <a:pt x="2840" y="36"/>
                  <a:pt x="2847" y="46"/>
                  <a:pt x="2851" y="57"/>
                </a:cubicBezTo>
                <a:cubicBezTo>
                  <a:pt x="2856" y="69"/>
                  <a:pt x="2858" y="81"/>
                  <a:pt x="2858" y="94"/>
                </a:cubicBezTo>
                <a:lnTo>
                  <a:pt x="2858" y="464"/>
                </a:lnTo>
                <a:cubicBezTo>
                  <a:pt x="2858" y="477"/>
                  <a:pt x="2856" y="488"/>
                  <a:pt x="2851" y="500"/>
                </a:cubicBezTo>
                <a:cubicBezTo>
                  <a:pt x="2847" y="511"/>
                  <a:pt x="2840" y="521"/>
                  <a:pt x="2831" y="530"/>
                </a:cubicBezTo>
                <a:cubicBezTo>
                  <a:pt x="2822" y="538"/>
                  <a:pt x="2812" y="545"/>
                  <a:pt x="2801" y="550"/>
                </a:cubicBezTo>
                <a:cubicBezTo>
                  <a:pt x="2790" y="555"/>
                  <a:pt x="2778" y="557"/>
                  <a:pt x="2766" y="557"/>
                </a:cubicBezTo>
                <a:lnTo>
                  <a:pt x="92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8" y="521"/>
                  <a:pt x="12" y="511"/>
                  <a:pt x="7" y="500"/>
                </a:cubicBezTo>
                <a:cubicBezTo>
                  <a:pt x="2" y="488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590400" y="4451040"/>
            <a:ext cx="8632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Longitud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4057560" y="4457520"/>
            <a:ext cx="1028880" cy="209880"/>
          </a:xfrm>
          <a:custGeom>
            <a:avLst/>
            <a:gdLst/>
            <a:ahLst/>
            <a:rect l="0" t="0" r="r" b="b"/>
            <a:pathLst>
              <a:path w="2858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752" y="0"/>
                </a:lnTo>
                <a:cubicBezTo>
                  <a:pt x="2766" y="0"/>
                  <a:pt x="2780" y="3"/>
                  <a:pt x="2793" y="8"/>
                </a:cubicBezTo>
                <a:cubicBezTo>
                  <a:pt x="2806" y="13"/>
                  <a:pt x="2817" y="21"/>
                  <a:pt x="2827" y="31"/>
                </a:cubicBezTo>
                <a:cubicBezTo>
                  <a:pt x="2837" y="41"/>
                  <a:pt x="2845" y="52"/>
                  <a:pt x="2850" y="65"/>
                </a:cubicBezTo>
                <a:cubicBezTo>
                  <a:pt x="2856" y="78"/>
                  <a:pt x="2858" y="92"/>
                  <a:pt x="2858" y="106"/>
                </a:cubicBezTo>
                <a:lnTo>
                  <a:pt x="2858" y="477"/>
                </a:lnTo>
                <a:cubicBezTo>
                  <a:pt x="2858" y="491"/>
                  <a:pt x="2856" y="505"/>
                  <a:pt x="2850" y="518"/>
                </a:cubicBezTo>
                <a:cubicBezTo>
                  <a:pt x="2845" y="531"/>
                  <a:pt x="2837" y="542"/>
                  <a:pt x="2827" y="552"/>
                </a:cubicBezTo>
                <a:cubicBezTo>
                  <a:pt x="2817" y="562"/>
                  <a:pt x="2806" y="570"/>
                  <a:pt x="2793" y="575"/>
                </a:cubicBezTo>
                <a:cubicBezTo>
                  <a:pt x="2780" y="580"/>
                  <a:pt x="2766" y="583"/>
                  <a:pt x="2752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4062240" y="4462200"/>
            <a:ext cx="1019520" cy="200520"/>
          </a:xfrm>
          <a:custGeom>
            <a:avLst/>
            <a:gdLst/>
            <a:ahLst/>
            <a:rect l="0" t="0" r="r" b="b"/>
            <a:pathLst>
              <a:path w="2832" h="557">
                <a:moveTo>
                  <a:pt x="0" y="464"/>
                </a:moveTo>
                <a:lnTo>
                  <a:pt x="0" y="94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3" y="0"/>
                </a:cubicBezTo>
                <a:lnTo>
                  <a:pt x="2739" y="0"/>
                </a:lnTo>
                <a:cubicBezTo>
                  <a:pt x="2752" y="0"/>
                  <a:pt x="2764" y="3"/>
                  <a:pt x="2775" y="7"/>
                </a:cubicBezTo>
                <a:cubicBezTo>
                  <a:pt x="2786" y="12"/>
                  <a:pt x="2796" y="19"/>
                  <a:pt x="2805" y="27"/>
                </a:cubicBezTo>
                <a:cubicBezTo>
                  <a:pt x="2814" y="36"/>
                  <a:pt x="2820" y="46"/>
                  <a:pt x="2825" y="57"/>
                </a:cubicBezTo>
                <a:cubicBezTo>
                  <a:pt x="2830" y="69"/>
                  <a:pt x="2832" y="81"/>
                  <a:pt x="2832" y="94"/>
                </a:cubicBezTo>
                <a:lnTo>
                  <a:pt x="2832" y="464"/>
                </a:lnTo>
                <a:cubicBezTo>
                  <a:pt x="2832" y="477"/>
                  <a:pt x="2830" y="488"/>
                  <a:pt x="2825" y="500"/>
                </a:cubicBezTo>
                <a:cubicBezTo>
                  <a:pt x="2820" y="511"/>
                  <a:pt x="2814" y="521"/>
                  <a:pt x="2805" y="530"/>
                </a:cubicBezTo>
                <a:cubicBezTo>
                  <a:pt x="2796" y="538"/>
                  <a:pt x="2786" y="545"/>
                  <a:pt x="2775" y="550"/>
                </a:cubicBezTo>
                <a:cubicBezTo>
                  <a:pt x="2764" y="555"/>
                  <a:pt x="2752" y="557"/>
                  <a:pt x="2739" y="557"/>
                </a:cubicBezTo>
                <a:lnTo>
                  <a:pt x="93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8" y="521"/>
                  <a:pt x="12" y="511"/>
                  <a:pt x="7" y="500"/>
                </a:cubicBezTo>
                <a:cubicBezTo>
                  <a:pt x="2" y="488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1766520" y="4473360"/>
            <a:ext cx="9151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${#arr[@]}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4114800" y="4473360"/>
            <a:ext cx="9151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count $arr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1704960" y="4848120"/>
            <a:ext cx="1038240" cy="209880"/>
          </a:xfrm>
          <a:custGeom>
            <a:avLst/>
            <a:gdLst/>
            <a:ahLst/>
            <a:rect l="0" t="0" r="r" b="b"/>
            <a:pathLst>
              <a:path w="2884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779" y="0"/>
                </a:lnTo>
                <a:cubicBezTo>
                  <a:pt x="2793" y="0"/>
                  <a:pt x="2806" y="2"/>
                  <a:pt x="2819" y="8"/>
                </a:cubicBezTo>
                <a:cubicBezTo>
                  <a:pt x="2832" y="13"/>
                  <a:pt x="2844" y="21"/>
                  <a:pt x="2854" y="31"/>
                </a:cubicBezTo>
                <a:cubicBezTo>
                  <a:pt x="2863" y="41"/>
                  <a:pt x="2871" y="52"/>
                  <a:pt x="2876" y="65"/>
                </a:cubicBezTo>
                <a:cubicBezTo>
                  <a:pt x="2882" y="78"/>
                  <a:pt x="2884" y="92"/>
                  <a:pt x="2884" y="106"/>
                </a:cubicBezTo>
                <a:lnTo>
                  <a:pt x="2884" y="477"/>
                </a:lnTo>
                <a:cubicBezTo>
                  <a:pt x="2884" y="491"/>
                  <a:pt x="2882" y="505"/>
                  <a:pt x="2876" y="518"/>
                </a:cubicBezTo>
                <a:cubicBezTo>
                  <a:pt x="2871" y="531"/>
                  <a:pt x="2863" y="542"/>
                  <a:pt x="2854" y="552"/>
                </a:cubicBezTo>
                <a:cubicBezTo>
                  <a:pt x="2844" y="562"/>
                  <a:pt x="2832" y="569"/>
                  <a:pt x="2819" y="575"/>
                </a:cubicBezTo>
                <a:cubicBezTo>
                  <a:pt x="2806" y="580"/>
                  <a:pt x="2793" y="583"/>
                  <a:pt x="2779" y="583"/>
                </a:cubicBezTo>
                <a:lnTo>
                  <a:pt x="105" y="583"/>
                </a:lnTo>
                <a:cubicBezTo>
                  <a:pt x="91" y="583"/>
                  <a:pt x="78" y="580"/>
                  <a:pt x="65" y="575"/>
                </a:cubicBezTo>
                <a:cubicBezTo>
                  <a:pt x="52" y="569"/>
                  <a:pt x="40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709640" y="4852800"/>
            <a:ext cx="1028880" cy="200520"/>
          </a:xfrm>
          <a:custGeom>
            <a:avLst/>
            <a:gdLst/>
            <a:ahLst/>
            <a:rect l="0" t="0" r="r" b="b"/>
            <a:pathLst>
              <a:path w="2858" h="557">
                <a:moveTo>
                  <a:pt x="0" y="464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766" y="0"/>
                </a:lnTo>
                <a:cubicBezTo>
                  <a:pt x="2778" y="0"/>
                  <a:pt x="2790" y="2"/>
                  <a:pt x="2801" y="7"/>
                </a:cubicBezTo>
                <a:cubicBezTo>
                  <a:pt x="2812" y="12"/>
                  <a:pt x="2822" y="18"/>
                  <a:pt x="2831" y="27"/>
                </a:cubicBezTo>
                <a:cubicBezTo>
                  <a:pt x="2840" y="36"/>
                  <a:pt x="2847" y="46"/>
                  <a:pt x="2851" y="57"/>
                </a:cubicBezTo>
                <a:cubicBezTo>
                  <a:pt x="2856" y="69"/>
                  <a:pt x="2858" y="80"/>
                  <a:pt x="2858" y="93"/>
                </a:cubicBezTo>
                <a:lnTo>
                  <a:pt x="2858" y="464"/>
                </a:lnTo>
                <a:cubicBezTo>
                  <a:pt x="2858" y="476"/>
                  <a:pt x="2856" y="488"/>
                  <a:pt x="2851" y="499"/>
                </a:cubicBezTo>
                <a:cubicBezTo>
                  <a:pt x="2847" y="511"/>
                  <a:pt x="2840" y="521"/>
                  <a:pt x="2831" y="530"/>
                </a:cubicBezTo>
                <a:cubicBezTo>
                  <a:pt x="2822" y="538"/>
                  <a:pt x="2812" y="545"/>
                  <a:pt x="2801" y="550"/>
                </a:cubicBezTo>
                <a:cubicBezTo>
                  <a:pt x="2790" y="554"/>
                  <a:pt x="2778" y="557"/>
                  <a:pt x="2766" y="557"/>
                </a:cubicBezTo>
                <a:lnTo>
                  <a:pt x="92" y="557"/>
                </a:lnTo>
                <a:cubicBezTo>
                  <a:pt x="80" y="557"/>
                  <a:pt x="68" y="554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8" y="521"/>
                  <a:pt x="12" y="511"/>
                  <a:pt x="7" y="499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590400" y="4841640"/>
            <a:ext cx="6469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Añadir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4057560" y="4848120"/>
            <a:ext cx="1400400" cy="209880"/>
          </a:xfrm>
          <a:custGeom>
            <a:avLst/>
            <a:gdLst/>
            <a:ahLst/>
            <a:rect l="0" t="0" r="r" b="b"/>
            <a:pathLst>
              <a:path w="3890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784" y="0"/>
                </a:lnTo>
                <a:cubicBezTo>
                  <a:pt x="3798" y="0"/>
                  <a:pt x="3812" y="2"/>
                  <a:pt x="3825" y="8"/>
                </a:cubicBezTo>
                <a:cubicBezTo>
                  <a:pt x="3838" y="13"/>
                  <a:pt x="3849" y="21"/>
                  <a:pt x="3859" y="31"/>
                </a:cubicBezTo>
                <a:cubicBezTo>
                  <a:pt x="3869" y="41"/>
                  <a:pt x="3877" y="52"/>
                  <a:pt x="3882" y="65"/>
                </a:cubicBezTo>
                <a:cubicBezTo>
                  <a:pt x="3887" y="78"/>
                  <a:pt x="3890" y="92"/>
                  <a:pt x="3890" y="106"/>
                </a:cubicBezTo>
                <a:lnTo>
                  <a:pt x="3890" y="477"/>
                </a:lnTo>
                <a:cubicBezTo>
                  <a:pt x="3890" y="491"/>
                  <a:pt x="3887" y="505"/>
                  <a:pt x="3882" y="518"/>
                </a:cubicBezTo>
                <a:cubicBezTo>
                  <a:pt x="3877" y="531"/>
                  <a:pt x="3869" y="542"/>
                  <a:pt x="3859" y="552"/>
                </a:cubicBezTo>
                <a:cubicBezTo>
                  <a:pt x="3849" y="562"/>
                  <a:pt x="3838" y="569"/>
                  <a:pt x="3825" y="575"/>
                </a:cubicBezTo>
                <a:cubicBezTo>
                  <a:pt x="3812" y="580"/>
                  <a:pt x="3798" y="583"/>
                  <a:pt x="3784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4062240" y="4852800"/>
            <a:ext cx="1391040" cy="200520"/>
          </a:xfrm>
          <a:custGeom>
            <a:avLst/>
            <a:gdLst/>
            <a:ahLst/>
            <a:rect l="0" t="0" r="r" b="b"/>
            <a:pathLst>
              <a:path w="3864" h="557">
                <a:moveTo>
                  <a:pt x="0" y="464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lnTo>
                  <a:pt x="3771" y="0"/>
                </a:lnTo>
                <a:cubicBezTo>
                  <a:pt x="3784" y="0"/>
                  <a:pt x="3795" y="2"/>
                  <a:pt x="3807" y="7"/>
                </a:cubicBezTo>
                <a:cubicBezTo>
                  <a:pt x="3818" y="12"/>
                  <a:pt x="3828" y="18"/>
                  <a:pt x="3837" y="27"/>
                </a:cubicBezTo>
                <a:cubicBezTo>
                  <a:pt x="3845" y="36"/>
                  <a:pt x="3852" y="46"/>
                  <a:pt x="3857" y="57"/>
                </a:cubicBezTo>
                <a:cubicBezTo>
                  <a:pt x="3862" y="69"/>
                  <a:pt x="3864" y="80"/>
                  <a:pt x="3864" y="93"/>
                </a:cubicBezTo>
                <a:lnTo>
                  <a:pt x="3864" y="464"/>
                </a:lnTo>
                <a:cubicBezTo>
                  <a:pt x="3864" y="476"/>
                  <a:pt x="3862" y="488"/>
                  <a:pt x="3857" y="499"/>
                </a:cubicBezTo>
                <a:cubicBezTo>
                  <a:pt x="3852" y="511"/>
                  <a:pt x="3845" y="521"/>
                  <a:pt x="3837" y="530"/>
                </a:cubicBezTo>
                <a:cubicBezTo>
                  <a:pt x="3828" y="538"/>
                  <a:pt x="3818" y="545"/>
                  <a:pt x="3807" y="550"/>
                </a:cubicBezTo>
                <a:cubicBezTo>
                  <a:pt x="3795" y="554"/>
                  <a:pt x="3784" y="557"/>
                  <a:pt x="3771" y="557"/>
                </a:cubicBezTo>
                <a:lnTo>
                  <a:pt x="93" y="557"/>
                </a:lnTo>
                <a:cubicBezTo>
                  <a:pt x="80" y="557"/>
                  <a:pt x="68" y="554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8" y="521"/>
                  <a:pt x="12" y="511"/>
                  <a:pt x="7" y="499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1766520" y="4863960"/>
            <a:ext cx="9151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arr+=("x")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4114800" y="4863960"/>
            <a:ext cx="12808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set -a arr "x"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466560" y="3228840"/>
            <a:ext cx="1219680" cy="343080"/>
          </a:xfrm>
          <a:custGeom>
            <a:avLst/>
            <a:gdLst/>
            <a:ahLst/>
            <a:rect l="0" t="0" r="r" b="b"/>
            <a:pathLst>
              <a:path w="3388" h="953">
                <a:moveTo>
                  <a:pt x="0" y="0"/>
                </a:moveTo>
                <a:lnTo>
                  <a:pt x="3388" y="0"/>
                </a:lnTo>
                <a:lnTo>
                  <a:pt x="338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685880" y="3228840"/>
            <a:ext cx="2457720" cy="343080"/>
          </a:xfrm>
          <a:custGeom>
            <a:avLst/>
            <a:gdLst/>
            <a:ahLst/>
            <a:rect l="0" t="0" r="r" b="b"/>
            <a:pathLst>
              <a:path w="6827" h="953">
                <a:moveTo>
                  <a:pt x="0" y="0"/>
                </a:moveTo>
                <a:lnTo>
                  <a:pt x="6827" y="0"/>
                </a:lnTo>
                <a:lnTo>
                  <a:pt x="68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4143240" y="3228840"/>
            <a:ext cx="1838520" cy="343080"/>
          </a:xfrm>
          <a:custGeom>
            <a:avLst/>
            <a:gdLst/>
            <a:ahLst/>
            <a:rect l="0" t="0" r="r" b="b"/>
            <a:pathLst>
              <a:path w="5107" h="953">
                <a:moveTo>
                  <a:pt x="0" y="0"/>
                </a:moveTo>
                <a:lnTo>
                  <a:pt x="5107" y="0"/>
                </a:lnTo>
                <a:lnTo>
                  <a:pt x="510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466560" y="3228840"/>
            <a:ext cx="1219680" cy="343080"/>
          </a:xfrm>
          <a:custGeom>
            <a:avLst/>
            <a:gdLst/>
            <a:ahLst/>
            <a:rect l="0" t="0" r="r" b="b"/>
            <a:pathLst>
              <a:path w="3388" h="953">
                <a:moveTo>
                  <a:pt x="0" y="0"/>
                </a:moveTo>
                <a:lnTo>
                  <a:pt x="3388" y="0"/>
                </a:lnTo>
                <a:lnTo>
                  <a:pt x="338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685880" y="3228840"/>
            <a:ext cx="2457720" cy="343080"/>
          </a:xfrm>
          <a:custGeom>
            <a:avLst/>
            <a:gdLst/>
            <a:ahLst/>
            <a:rect l="0" t="0" r="r" b="b"/>
            <a:pathLst>
              <a:path w="6827" h="953">
                <a:moveTo>
                  <a:pt x="0" y="0"/>
                </a:moveTo>
                <a:lnTo>
                  <a:pt x="6827" y="0"/>
                </a:lnTo>
                <a:lnTo>
                  <a:pt x="68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4143240" y="3228840"/>
            <a:ext cx="1838520" cy="343080"/>
          </a:xfrm>
          <a:custGeom>
            <a:avLst/>
            <a:gdLst/>
            <a:ahLst/>
            <a:rect l="0" t="0" r="r" b="b"/>
            <a:pathLst>
              <a:path w="5107" h="953">
                <a:moveTo>
                  <a:pt x="0" y="0"/>
                </a:moveTo>
                <a:lnTo>
                  <a:pt x="5107" y="0"/>
                </a:lnTo>
                <a:lnTo>
                  <a:pt x="510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466560" y="3571560"/>
            <a:ext cx="1219680" cy="390960"/>
          </a:xfrm>
          <a:custGeom>
            <a:avLst/>
            <a:gdLst/>
            <a:ahLst/>
            <a:rect l="0" t="0" r="r" b="b"/>
            <a:pathLst>
              <a:path w="3388" h="1086">
                <a:moveTo>
                  <a:pt x="0" y="0"/>
                </a:moveTo>
                <a:lnTo>
                  <a:pt x="3388" y="0"/>
                </a:lnTo>
                <a:lnTo>
                  <a:pt x="338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1685880" y="3571560"/>
            <a:ext cx="2457720" cy="390960"/>
          </a:xfrm>
          <a:custGeom>
            <a:avLst/>
            <a:gdLst/>
            <a:ahLst/>
            <a:rect l="0" t="0" r="r" b="b"/>
            <a:pathLst>
              <a:path w="6827" h="1086">
                <a:moveTo>
                  <a:pt x="0" y="0"/>
                </a:moveTo>
                <a:lnTo>
                  <a:pt x="6827" y="0"/>
                </a:lnTo>
                <a:lnTo>
                  <a:pt x="68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4143240" y="3571560"/>
            <a:ext cx="1838520" cy="390960"/>
          </a:xfrm>
          <a:custGeom>
            <a:avLst/>
            <a:gdLst/>
            <a:ahLst/>
            <a:rect l="0" t="0" r="r" b="b"/>
            <a:pathLst>
              <a:path w="5107" h="1086">
                <a:moveTo>
                  <a:pt x="0" y="0"/>
                </a:moveTo>
                <a:lnTo>
                  <a:pt x="5107" y="0"/>
                </a:lnTo>
                <a:lnTo>
                  <a:pt x="510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466560" y="3962160"/>
            <a:ext cx="1219680" cy="390960"/>
          </a:xfrm>
          <a:custGeom>
            <a:avLst/>
            <a:gdLst/>
            <a:ahLst/>
            <a:rect l="0" t="0" r="r" b="b"/>
            <a:pathLst>
              <a:path w="3388" h="1086">
                <a:moveTo>
                  <a:pt x="0" y="0"/>
                </a:moveTo>
                <a:lnTo>
                  <a:pt x="3388" y="0"/>
                </a:lnTo>
                <a:lnTo>
                  <a:pt x="338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685880" y="3962160"/>
            <a:ext cx="2457720" cy="390960"/>
          </a:xfrm>
          <a:custGeom>
            <a:avLst/>
            <a:gdLst/>
            <a:ahLst/>
            <a:rect l="0" t="0" r="r" b="b"/>
            <a:pathLst>
              <a:path w="6827" h="1086">
                <a:moveTo>
                  <a:pt x="0" y="0"/>
                </a:moveTo>
                <a:lnTo>
                  <a:pt x="6827" y="0"/>
                </a:lnTo>
                <a:lnTo>
                  <a:pt x="68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4143240" y="3962160"/>
            <a:ext cx="1838520" cy="390960"/>
          </a:xfrm>
          <a:custGeom>
            <a:avLst/>
            <a:gdLst/>
            <a:ahLst/>
            <a:rect l="0" t="0" r="r" b="b"/>
            <a:pathLst>
              <a:path w="5107" h="1086">
                <a:moveTo>
                  <a:pt x="0" y="0"/>
                </a:moveTo>
                <a:lnTo>
                  <a:pt x="5107" y="0"/>
                </a:lnTo>
                <a:lnTo>
                  <a:pt x="510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466560" y="3962160"/>
            <a:ext cx="1219680" cy="390960"/>
          </a:xfrm>
          <a:custGeom>
            <a:avLst/>
            <a:gdLst/>
            <a:ahLst/>
            <a:rect l="0" t="0" r="r" b="b"/>
            <a:pathLst>
              <a:path w="3388" h="1086">
                <a:moveTo>
                  <a:pt x="0" y="0"/>
                </a:moveTo>
                <a:lnTo>
                  <a:pt x="3388" y="0"/>
                </a:lnTo>
                <a:lnTo>
                  <a:pt x="338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1685880" y="3962160"/>
            <a:ext cx="2457720" cy="390960"/>
          </a:xfrm>
          <a:custGeom>
            <a:avLst/>
            <a:gdLst/>
            <a:ahLst/>
            <a:rect l="0" t="0" r="r" b="b"/>
            <a:pathLst>
              <a:path w="6827" h="1086">
                <a:moveTo>
                  <a:pt x="0" y="0"/>
                </a:moveTo>
                <a:lnTo>
                  <a:pt x="6827" y="0"/>
                </a:lnTo>
                <a:lnTo>
                  <a:pt x="68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4143240" y="3962160"/>
            <a:ext cx="1838520" cy="390960"/>
          </a:xfrm>
          <a:custGeom>
            <a:avLst/>
            <a:gdLst/>
            <a:ahLst/>
            <a:rect l="0" t="0" r="r" b="b"/>
            <a:pathLst>
              <a:path w="5107" h="1086">
                <a:moveTo>
                  <a:pt x="0" y="0"/>
                </a:moveTo>
                <a:lnTo>
                  <a:pt x="5107" y="0"/>
                </a:lnTo>
                <a:lnTo>
                  <a:pt x="510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466560" y="4352760"/>
            <a:ext cx="1219680" cy="400320"/>
          </a:xfrm>
          <a:custGeom>
            <a:avLst/>
            <a:gdLst/>
            <a:ahLst/>
            <a:rect l="0" t="0" r="r" b="b"/>
            <a:pathLst>
              <a:path w="3388" h="1112">
                <a:moveTo>
                  <a:pt x="0" y="0"/>
                </a:moveTo>
                <a:lnTo>
                  <a:pt x="3388" y="0"/>
                </a:lnTo>
                <a:lnTo>
                  <a:pt x="338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1685880" y="4352760"/>
            <a:ext cx="2457720" cy="400320"/>
          </a:xfrm>
          <a:custGeom>
            <a:avLst/>
            <a:gdLst/>
            <a:ahLst/>
            <a:rect l="0" t="0" r="r" b="b"/>
            <a:pathLst>
              <a:path w="6827" h="1112">
                <a:moveTo>
                  <a:pt x="0" y="0"/>
                </a:moveTo>
                <a:lnTo>
                  <a:pt x="6827" y="0"/>
                </a:lnTo>
                <a:lnTo>
                  <a:pt x="68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4143240" y="4352760"/>
            <a:ext cx="1838520" cy="400320"/>
          </a:xfrm>
          <a:custGeom>
            <a:avLst/>
            <a:gdLst/>
            <a:ahLst/>
            <a:rect l="0" t="0" r="r" b="b"/>
            <a:pathLst>
              <a:path w="5107" h="1112">
                <a:moveTo>
                  <a:pt x="0" y="0"/>
                </a:moveTo>
                <a:lnTo>
                  <a:pt x="5107" y="0"/>
                </a:lnTo>
                <a:lnTo>
                  <a:pt x="510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456840" y="3228840"/>
            <a:ext cx="10080" cy="343080"/>
          </a:xfrm>
          <a:custGeom>
            <a:avLst/>
            <a:gdLst/>
            <a:ahLst/>
            <a:rect l="0" t="0" r="r" b="b"/>
            <a:pathLst>
              <a:path w="28" h="953">
                <a:moveTo>
                  <a:pt x="0" y="0"/>
                </a:moveTo>
                <a:lnTo>
                  <a:pt x="28" y="0"/>
                </a:lnTo>
                <a:lnTo>
                  <a:pt x="2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456840" y="322884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1685880" y="322884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1695240" y="3228840"/>
            <a:ext cx="2457720" cy="9720"/>
          </a:xfrm>
          <a:custGeom>
            <a:avLst/>
            <a:gdLst/>
            <a:ahLst/>
            <a:rect l="0" t="0" r="r" b="b"/>
            <a:pathLst>
              <a:path w="6827" h="27">
                <a:moveTo>
                  <a:pt x="0" y="0"/>
                </a:moveTo>
                <a:lnTo>
                  <a:pt x="6827" y="0"/>
                </a:lnTo>
                <a:lnTo>
                  <a:pt x="6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4143240" y="3228840"/>
            <a:ext cx="9720" cy="343080"/>
          </a:xfrm>
          <a:custGeom>
            <a:avLst/>
            <a:gdLst/>
            <a:ahLst/>
            <a:rect l="0" t="0" r="r" b="b"/>
            <a:pathLst>
              <a:path w="27" h="953">
                <a:moveTo>
                  <a:pt x="0" y="0"/>
                </a:moveTo>
                <a:lnTo>
                  <a:pt x="27" y="0"/>
                </a:lnTo>
                <a:lnTo>
                  <a:pt x="2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4152600" y="3228840"/>
            <a:ext cx="1838880" cy="9720"/>
          </a:xfrm>
          <a:custGeom>
            <a:avLst/>
            <a:gdLst/>
            <a:ahLst/>
            <a:rect l="0" t="0" r="r" b="b"/>
            <a:pathLst>
              <a:path w="5108" h="27">
                <a:moveTo>
                  <a:pt x="0" y="0"/>
                </a:moveTo>
                <a:lnTo>
                  <a:pt x="5108" y="0"/>
                </a:lnTo>
                <a:lnTo>
                  <a:pt x="51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5981400" y="3228840"/>
            <a:ext cx="10080" cy="343080"/>
          </a:xfrm>
          <a:custGeom>
            <a:avLst/>
            <a:gdLst/>
            <a:ahLst/>
            <a:rect l="0" t="0" r="r" b="b"/>
            <a:pathLst>
              <a:path w="28" h="953">
                <a:moveTo>
                  <a:pt x="0" y="0"/>
                </a:moveTo>
                <a:lnTo>
                  <a:pt x="28" y="0"/>
                </a:lnTo>
                <a:lnTo>
                  <a:pt x="28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456840" y="356220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1695240" y="3562200"/>
            <a:ext cx="2457720" cy="9720"/>
          </a:xfrm>
          <a:custGeom>
            <a:avLst/>
            <a:gdLst/>
            <a:ahLst/>
            <a:rect l="0" t="0" r="r" b="b"/>
            <a:pathLst>
              <a:path w="6827" h="27">
                <a:moveTo>
                  <a:pt x="0" y="0"/>
                </a:moveTo>
                <a:lnTo>
                  <a:pt x="6827" y="0"/>
                </a:lnTo>
                <a:lnTo>
                  <a:pt x="6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4152600" y="3562200"/>
            <a:ext cx="1838880" cy="9720"/>
          </a:xfrm>
          <a:custGeom>
            <a:avLst/>
            <a:gdLst/>
            <a:ahLst/>
            <a:rect l="0" t="0" r="r" b="b"/>
            <a:pathLst>
              <a:path w="5108" h="27">
                <a:moveTo>
                  <a:pt x="0" y="0"/>
                </a:moveTo>
                <a:lnTo>
                  <a:pt x="5108" y="0"/>
                </a:lnTo>
                <a:lnTo>
                  <a:pt x="51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456840" y="3571560"/>
            <a:ext cx="10080" cy="400680"/>
          </a:xfrm>
          <a:custGeom>
            <a:avLst/>
            <a:gdLst/>
            <a:ahLst/>
            <a:rect l="0" t="0" r="r" b="b"/>
            <a:pathLst>
              <a:path w="28" h="1113">
                <a:moveTo>
                  <a:pt x="0" y="0"/>
                </a:moveTo>
                <a:lnTo>
                  <a:pt x="28" y="0"/>
                </a:lnTo>
                <a:lnTo>
                  <a:pt x="28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1685880" y="3571560"/>
            <a:ext cx="9720" cy="400680"/>
          </a:xfrm>
          <a:custGeom>
            <a:avLst/>
            <a:gdLst/>
            <a:ahLst/>
            <a:rect l="0" t="0" r="r" b="b"/>
            <a:pathLst>
              <a:path w="27" h="1113">
                <a:moveTo>
                  <a:pt x="0" y="0"/>
                </a:moveTo>
                <a:lnTo>
                  <a:pt x="27" y="0"/>
                </a:lnTo>
                <a:lnTo>
                  <a:pt x="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4143240" y="3571560"/>
            <a:ext cx="9720" cy="400680"/>
          </a:xfrm>
          <a:custGeom>
            <a:avLst/>
            <a:gdLst/>
            <a:ahLst/>
            <a:rect l="0" t="0" r="r" b="b"/>
            <a:pathLst>
              <a:path w="27" h="1113">
                <a:moveTo>
                  <a:pt x="0" y="0"/>
                </a:moveTo>
                <a:lnTo>
                  <a:pt x="27" y="0"/>
                </a:lnTo>
                <a:lnTo>
                  <a:pt x="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5981400" y="3571560"/>
            <a:ext cx="10080" cy="400680"/>
          </a:xfrm>
          <a:custGeom>
            <a:avLst/>
            <a:gdLst/>
            <a:ahLst/>
            <a:rect l="0" t="0" r="r" b="b"/>
            <a:pathLst>
              <a:path w="28" h="1113">
                <a:moveTo>
                  <a:pt x="0" y="0"/>
                </a:moveTo>
                <a:lnTo>
                  <a:pt x="28" y="0"/>
                </a:lnTo>
                <a:lnTo>
                  <a:pt x="28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456840" y="397188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456840" y="396216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1685880" y="397188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1695240" y="3962160"/>
            <a:ext cx="2457720" cy="10080"/>
          </a:xfrm>
          <a:custGeom>
            <a:avLst/>
            <a:gdLst/>
            <a:ahLst/>
            <a:rect l="0" t="0" r="r" b="b"/>
            <a:pathLst>
              <a:path w="6827" h="28">
                <a:moveTo>
                  <a:pt x="0" y="0"/>
                </a:moveTo>
                <a:lnTo>
                  <a:pt x="6827" y="0"/>
                </a:lnTo>
                <a:lnTo>
                  <a:pt x="68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4143240" y="3971880"/>
            <a:ext cx="9720" cy="390600"/>
          </a:xfrm>
          <a:custGeom>
            <a:avLst/>
            <a:gdLst/>
            <a:ahLst/>
            <a:rect l="0" t="0" r="r" b="b"/>
            <a:pathLst>
              <a:path w="27" h="1085">
                <a:moveTo>
                  <a:pt x="0" y="0"/>
                </a:moveTo>
                <a:lnTo>
                  <a:pt x="27" y="0"/>
                </a:lnTo>
                <a:lnTo>
                  <a:pt x="2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4152600" y="3962160"/>
            <a:ext cx="1838880" cy="10080"/>
          </a:xfrm>
          <a:custGeom>
            <a:avLst/>
            <a:gdLst/>
            <a:ahLst/>
            <a:rect l="0" t="0" r="r" b="b"/>
            <a:pathLst>
              <a:path w="5108" h="28">
                <a:moveTo>
                  <a:pt x="0" y="0"/>
                </a:moveTo>
                <a:lnTo>
                  <a:pt x="5108" y="0"/>
                </a:lnTo>
                <a:lnTo>
                  <a:pt x="51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5981400" y="3971880"/>
            <a:ext cx="10080" cy="390600"/>
          </a:xfrm>
          <a:custGeom>
            <a:avLst/>
            <a:gdLst/>
            <a:ahLst/>
            <a:rect l="0" t="0" r="r" b="b"/>
            <a:pathLst>
              <a:path w="28" h="1085">
                <a:moveTo>
                  <a:pt x="0" y="0"/>
                </a:moveTo>
                <a:lnTo>
                  <a:pt x="28" y="0"/>
                </a:lnTo>
                <a:lnTo>
                  <a:pt x="28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456840" y="4362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456840" y="435276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1685880" y="4362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1695240" y="4352760"/>
            <a:ext cx="2457720" cy="9720"/>
          </a:xfrm>
          <a:custGeom>
            <a:avLst/>
            <a:gdLst/>
            <a:ahLst/>
            <a:rect l="0" t="0" r="r" b="b"/>
            <a:pathLst>
              <a:path w="6827" h="27">
                <a:moveTo>
                  <a:pt x="0" y="0"/>
                </a:moveTo>
                <a:lnTo>
                  <a:pt x="6827" y="0"/>
                </a:lnTo>
                <a:lnTo>
                  <a:pt x="6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4143240" y="4362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4152600" y="4352760"/>
            <a:ext cx="1838880" cy="9720"/>
          </a:xfrm>
          <a:custGeom>
            <a:avLst/>
            <a:gdLst/>
            <a:ahLst/>
            <a:rect l="0" t="0" r="r" b="b"/>
            <a:pathLst>
              <a:path w="5108" h="27">
                <a:moveTo>
                  <a:pt x="0" y="0"/>
                </a:moveTo>
                <a:lnTo>
                  <a:pt x="5108" y="0"/>
                </a:lnTo>
                <a:lnTo>
                  <a:pt x="51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5981400" y="4362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456840" y="474336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1695240" y="4743360"/>
            <a:ext cx="2457720" cy="9720"/>
          </a:xfrm>
          <a:custGeom>
            <a:avLst/>
            <a:gdLst/>
            <a:ahLst/>
            <a:rect l="0" t="0" r="r" b="b"/>
            <a:pathLst>
              <a:path w="6827" h="27">
                <a:moveTo>
                  <a:pt x="0" y="0"/>
                </a:moveTo>
                <a:lnTo>
                  <a:pt x="6827" y="0"/>
                </a:lnTo>
                <a:lnTo>
                  <a:pt x="68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4152600" y="4743360"/>
            <a:ext cx="1838880" cy="9720"/>
          </a:xfrm>
          <a:custGeom>
            <a:avLst/>
            <a:gdLst/>
            <a:ahLst/>
            <a:rect l="0" t="0" r="r" b="b"/>
            <a:pathLst>
              <a:path w="5108" h="27">
                <a:moveTo>
                  <a:pt x="0" y="0"/>
                </a:moveTo>
                <a:lnTo>
                  <a:pt x="5108" y="0"/>
                </a:lnTo>
                <a:lnTo>
                  <a:pt x="51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457200" y="2132280"/>
            <a:ext cx="218916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Bucles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701640" y="3318840"/>
            <a:ext cx="687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CONCEPTO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449440" y="3318840"/>
            <a:ext cx="860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BASH / ZSH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4878360" y="3318840"/>
            <a:ext cx="343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FISH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1819080" y="3666960"/>
            <a:ext cx="657720" cy="209880"/>
          </a:xfrm>
          <a:custGeom>
            <a:avLst/>
            <a:gdLst/>
            <a:ahLst/>
            <a:rect l="0" t="0" r="r" b="b"/>
            <a:pathLst>
              <a:path w="1827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721" y="0"/>
                </a:lnTo>
                <a:cubicBezTo>
                  <a:pt x="1735" y="0"/>
                  <a:pt x="1748" y="3"/>
                  <a:pt x="1761" y="8"/>
                </a:cubicBezTo>
                <a:cubicBezTo>
                  <a:pt x="1774" y="13"/>
                  <a:pt x="1786" y="21"/>
                  <a:pt x="1796" y="31"/>
                </a:cubicBezTo>
                <a:cubicBezTo>
                  <a:pt x="1806" y="41"/>
                  <a:pt x="1813" y="52"/>
                  <a:pt x="1819" y="65"/>
                </a:cubicBezTo>
                <a:cubicBezTo>
                  <a:pt x="1824" y="78"/>
                  <a:pt x="1827" y="92"/>
                  <a:pt x="1827" y="106"/>
                </a:cubicBezTo>
                <a:lnTo>
                  <a:pt x="1827" y="476"/>
                </a:lnTo>
                <a:cubicBezTo>
                  <a:pt x="1827" y="490"/>
                  <a:pt x="1824" y="504"/>
                  <a:pt x="1819" y="517"/>
                </a:cubicBezTo>
                <a:cubicBezTo>
                  <a:pt x="1813" y="530"/>
                  <a:pt x="1806" y="541"/>
                  <a:pt x="1796" y="551"/>
                </a:cubicBezTo>
                <a:cubicBezTo>
                  <a:pt x="1786" y="561"/>
                  <a:pt x="1774" y="569"/>
                  <a:pt x="1761" y="574"/>
                </a:cubicBezTo>
                <a:cubicBezTo>
                  <a:pt x="1748" y="579"/>
                  <a:pt x="1735" y="583"/>
                  <a:pt x="1721" y="583"/>
                </a:cubicBezTo>
                <a:lnTo>
                  <a:pt x="106" y="583"/>
                </a:lnTo>
                <a:cubicBezTo>
                  <a:pt x="92" y="583"/>
                  <a:pt x="78" y="579"/>
                  <a:pt x="65" y="574"/>
                </a:cubicBezTo>
                <a:cubicBezTo>
                  <a:pt x="52" y="569"/>
                  <a:pt x="41" y="561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1823760" y="3671640"/>
            <a:ext cx="648000" cy="200520"/>
          </a:xfrm>
          <a:custGeom>
            <a:avLst/>
            <a:gdLst/>
            <a:ahLst/>
            <a:rect l="0" t="0" r="r" b="b"/>
            <a:pathLst>
              <a:path w="1800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3" y="70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lnTo>
                  <a:pt x="1708" y="0"/>
                </a:lnTo>
                <a:cubicBezTo>
                  <a:pt x="1720" y="0"/>
                  <a:pt x="1732" y="3"/>
                  <a:pt x="1743" y="7"/>
                </a:cubicBezTo>
                <a:cubicBezTo>
                  <a:pt x="1755" y="12"/>
                  <a:pt x="1765" y="19"/>
                  <a:pt x="1773" y="27"/>
                </a:cubicBezTo>
                <a:cubicBezTo>
                  <a:pt x="1782" y="36"/>
                  <a:pt x="1789" y="46"/>
                  <a:pt x="1793" y="57"/>
                </a:cubicBezTo>
                <a:cubicBezTo>
                  <a:pt x="1798" y="70"/>
                  <a:pt x="1800" y="82"/>
                  <a:pt x="1800" y="94"/>
                </a:cubicBezTo>
                <a:lnTo>
                  <a:pt x="1800" y="464"/>
                </a:lnTo>
                <a:cubicBezTo>
                  <a:pt x="1800" y="476"/>
                  <a:pt x="1798" y="488"/>
                  <a:pt x="1793" y="500"/>
                </a:cubicBezTo>
                <a:cubicBezTo>
                  <a:pt x="1789" y="511"/>
                  <a:pt x="1782" y="521"/>
                  <a:pt x="1773" y="530"/>
                </a:cubicBezTo>
                <a:cubicBezTo>
                  <a:pt x="1765" y="538"/>
                  <a:pt x="1755" y="545"/>
                  <a:pt x="1743" y="550"/>
                </a:cubicBezTo>
                <a:cubicBezTo>
                  <a:pt x="1732" y="554"/>
                  <a:pt x="1720" y="557"/>
                  <a:pt x="1708" y="557"/>
                </a:cubicBezTo>
                <a:lnTo>
                  <a:pt x="93" y="557"/>
                </a:lnTo>
                <a:cubicBezTo>
                  <a:pt x="81" y="557"/>
                  <a:pt x="69" y="554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9" y="521"/>
                  <a:pt x="12" y="511"/>
                  <a:pt x="7" y="500"/>
                </a:cubicBezTo>
                <a:cubicBezTo>
                  <a:pt x="3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590400" y="3660480"/>
            <a:ext cx="9716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For rango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1874520" y="3682800"/>
            <a:ext cx="5493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{1..5}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4276440" y="3666960"/>
            <a:ext cx="933840" cy="209880"/>
          </a:xfrm>
          <a:custGeom>
            <a:avLst/>
            <a:gdLst/>
            <a:ahLst/>
            <a:rect l="0" t="0" r="r" b="b"/>
            <a:pathLst>
              <a:path w="2594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3"/>
                  <a:pt x="2529" y="8"/>
                </a:cubicBezTo>
                <a:cubicBezTo>
                  <a:pt x="2542" y="13"/>
                  <a:pt x="2553" y="21"/>
                  <a:pt x="2563" y="31"/>
                </a:cubicBezTo>
                <a:cubicBezTo>
                  <a:pt x="2573" y="41"/>
                  <a:pt x="2581" y="52"/>
                  <a:pt x="2586" y="65"/>
                </a:cubicBezTo>
                <a:cubicBezTo>
                  <a:pt x="2592" y="78"/>
                  <a:pt x="2594" y="92"/>
                  <a:pt x="2594" y="106"/>
                </a:cubicBezTo>
                <a:lnTo>
                  <a:pt x="2594" y="476"/>
                </a:lnTo>
                <a:cubicBezTo>
                  <a:pt x="2594" y="490"/>
                  <a:pt x="2592" y="504"/>
                  <a:pt x="2586" y="517"/>
                </a:cubicBezTo>
                <a:cubicBezTo>
                  <a:pt x="2581" y="530"/>
                  <a:pt x="2573" y="541"/>
                  <a:pt x="2563" y="551"/>
                </a:cubicBezTo>
                <a:cubicBezTo>
                  <a:pt x="2553" y="561"/>
                  <a:pt x="2542" y="569"/>
                  <a:pt x="2529" y="574"/>
                </a:cubicBezTo>
                <a:cubicBezTo>
                  <a:pt x="2516" y="579"/>
                  <a:pt x="2502" y="583"/>
                  <a:pt x="2488" y="583"/>
                </a:cubicBezTo>
                <a:lnTo>
                  <a:pt x="106" y="583"/>
                </a:lnTo>
                <a:cubicBezTo>
                  <a:pt x="92" y="583"/>
                  <a:pt x="79" y="579"/>
                  <a:pt x="66" y="574"/>
                </a:cubicBezTo>
                <a:cubicBezTo>
                  <a:pt x="53" y="569"/>
                  <a:pt x="41" y="561"/>
                  <a:pt x="31" y="551"/>
                </a:cubicBezTo>
                <a:cubicBezTo>
                  <a:pt x="21" y="541"/>
                  <a:pt x="14" y="530"/>
                  <a:pt x="8" y="517"/>
                </a:cubicBezTo>
                <a:cubicBezTo>
                  <a:pt x="3" y="504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4281480" y="3671640"/>
            <a:ext cx="924120" cy="200520"/>
          </a:xfrm>
          <a:custGeom>
            <a:avLst/>
            <a:gdLst/>
            <a:ahLst/>
            <a:rect l="0" t="0" r="r" b="b"/>
            <a:pathLst>
              <a:path w="2567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2" y="70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474" y="0"/>
                </a:lnTo>
                <a:cubicBezTo>
                  <a:pt x="2487" y="0"/>
                  <a:pt x="2498" y="3"/>
                  <a:pt x="2510" y="7"/>
                </a:cubicBezTo>
                <a:cubicBezTo>
                  <a:pt x="2521" y="12"/>
                  <a:pt x="2531" y="19"/>
                  <a:pt x="2540" y="27"/>
                </a:cubicBezTo>
                <a:cubicBezTo>
                  <a:pt x="2549" y="36"/>
                  <a:pt x="2555" y="46"/>
                  <a:pt x="2560" y="57"/>
                </a:cubicBezTo>
                <a:cubicBezTo>
                  <a:pt x="2565" y="70"/>
                  <a:pt x="2567" y="82"/>
                  <a:pt x="2567" y="94"/>
                </a:cubicBezTo>
                <a:lnTo>
                  <a:pt x="2567" y="464"/>
                </a:lnTo>
                <a:cubicBezTo>
                  <a:pt x="2567" y="476"/>
                  <a:pt x="2565" y="488"/>
                  <a:pt x="2560" y="500"/>
                </a:cubicBezTo>
                <a:cubicBezTo>
                  <a:pt x="2555" y="511"/>
                  <a:pt x="2549" y="521"/>
                  <a:pt x="2540" y="530"/>
                </a:cubicBezTo>
                <a:cubicBezTo>
                  <a:pt x="2531" y="538"/>
                  <a:pt x="2521" y="545"/>
                  <a:pt x="2510" y="550"/>
                </a:cubicBezTo>
                <a:cubicBezTo>
                  <a:pt x="2498" y="554"/>
                  <a:pt x="2487" y="557"/>
                  <a:pt x="2474" y="557"/>
                </a:cubicBezTo>
                <a:lnTo>
                  <a:pt x="92" y="557"/>
                </a:lnTo>
                <a:cubicBezTo>
                  <a:pt x="80" y="557"/>
                  <a:pt x="68" y="554"/>
                  <a:pt x="57" y="550"/>
                </a:cubicBezTo>
                <a:cubicBezTo>
                  <a:pt x="45" y="545"/>
                  <a:pt x="35" y="538"/>
                  <a:pt x="27" y="530"/>
                </a:cubicBezTo>
                <a:cubicBezTo>
                  <a:pt x="18" y="521"/>
                  <a:pt x="11" y="511"/>
                  <a:pt x="7" y="500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480760" y="3660480"/>
            <a:ext cx="10782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+ do/done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4330080" y="3682800"/>
            <a:ext cx="8236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(seq 1 5)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5211360" y="3660480"/>
            <a:ext cx="6469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0" lang="en-US" sz="1410" spc="-1" strike="noStrike">
                <a:solidFill>
                  <a:srgbClr val="60a5fa"/>
                </a:solidFill>
                <a:latin typeface="Courier New"/>
                <a:ea typeface="Courier New"/>
              </a:rPr>
              <a:t>+ end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1819080" y="4066920"/>
            <a:ext cx="1124280" cy="209880"/>
          </a:xfrm>
          <a:custGeom>
            <a:avLst/>
            <a:gdLst/>
            <a:ahLst/>
            <a:rect l="0" t="0" r="r" b="b"/>
            <a:pathLst>
              <a:path w="3123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017" y="0"/>
                </a:lnTo>
                <a:cubicBezTo>
                  <a:pt x="3031" y="0"/>
                  <a:pt x="3045" y="3"/>
                  <a:pt x="3058" y="8"/>
                </a:cubicBezTo>
                <a:cubicBezTo>
                  <a:pt x="3071" y="14"/>
                  <a:pt x="3082" y="21"/>
                  <a:pt x="3092" y="31"/>
                </a:cubicBezTo>
                <a:cubicBezTo>
                  <a:pt x="3102" y="41"/>
                  <a:pt x="3110" y="54"/>
                  <a:pt x="3115" y="67"/>
                </a:cubicBezTo>
                <a:cubicBezTo>
                  <a:pt x="3120" y="80"/>
                  <a:pt x="3123" y="93"/>
                  <a:pt x="3123" y="107"/>
                </a:cubicBezTo>
                <a:lnTo>
                  <a:pt x="3123" y="477"/>
                </a:lnTo>
                <a:cubicBezTo>
                  <a:pt x="3123" y="491"/>
                  <a:pt x="3120" y="505"/>
                  <a:pt x="3115" y="518"/>
                </a:cubicBezTo>
                <a:cubicBezTo>
                  <a:pt x="3110" y="531"/>
                  <a:pt x="3102" y="542"/>
                  <a:pt x="3092" y="552"/>
                </a:cubicBezTo>
                <a:cubicBezTo>
                  <a:pt x="3082" y="562"/>
                  <a:pt x="3071" y="570"/>
                  <a:pt x="3058" y="575"/>
                </a:cubicBezTo>
                <a:cubicBezTo>
                  <a:pt x="3045" y="581"/>
                  <a:pt x="3031" y="583"/>
                  <a:pt x="301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1823760" y="4071600"/>
            <a:ext cx="1114920" cy="200520"/>
          </a:xfrm>
          <a:custGeom>
            <a:avLst/>
            <a:gdLst/>
            <a:ahLst/>
            <a:rect l="0" t="0" r="r" b="b"/>
            <a:pathLst>
              <a:path w="3097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lnTo>
                  <a:pt x="3004" y="0"/>
                </a:lnTo>
                <a:cubicBezTo>
                  <a:pt x="3017" y="0"/>
                  <a:pt x="3028" y="3"/>
                  <a:pt x="3040" y="7"/>
                </a:cubicBezTo>
                <a:cubicBezTo>
                  <a:pt x="3051" y="12"/>
                  <a:pt x="3061" y="19"/>
                  <a:pt x="3070" y="28"/>
                </a:cubicBezTo>
                <a:cubicBezTo>
                  <a:pt x="3078" y="36"/>
                  <a:pt x="3085" y="46"/>
                  <a:pt x="3090" y="58"/>
                </a:cubicBezTo>
                <a:cubicBezTo>
                  <a:pt x="3095" y="70"/>
                  <a:pt x="3097" y="82"/>
                  <a:pt x="3097" y="94"/>
                </a:cubicBezTo>
                <a:lnTo>
                  <a:pt x="3097" y="464"/>
                </a:lnTo>
                <a:cubicBezTo>
                  <a:pt x="3097" y="477"/>
                  <a:pt x="3095" y="489"/>
                  <a:pt x="3090" y="500"/>
                </a:cubicBezTo>
                <a:cubicBezTo>
                  <a:pt x="3085" y="511"/>
                  <a:pt x="3078" y="521"/>
                  <a:pt x="3070" y="530"/>
                </a:cubicBezTo>
                <a:cubicBezTo>
                  <a:pt x="3061" y="539"/>
                  <a:pt x="3051" y="545"/>
                  <a:pt x="3040" y="550"/>
                </a:cubicBezTo>
                <a:cubicBezTo>
                  <a:pt x="3028" y="555"/>
                  <a:pt x="3017" y="557"/>
                  <a:pt x="3004" y="557"/>
                </a:cubicBezTo>
                <a:lnTo>
                  <a:pt x="93" y="557"/>
                </a:lnTo>
                <a:cubicBezTo>
                  <a:pt x="81" y="557"/>
                  <a:pt x="69" y="555"/>
                  <a:pt x="57" y="550"/>
                </a:cubicBezTo>
                <a:cubicBezTo>
                  <a:pt x="46" y="545"/>
                  <a:pt x="36" y="539"/>
                  <a:pt x="27" y="530"/>
                </a:cubicBezTo>
                <a:cubicBezTo>
                  <a:pt x="19" y="521"/>
                  <a:pt x="12" y="511"/>
                  <a:pt x="7" y="500"/>
                </a:cubicBezTo>
                <a:cubicBezTo>
                  <a:pt x="3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590400" y="4060440"/>
            <a:ext cx="9716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For lista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1874520" y="408312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"${arr[@]}"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4276440" y="4066920"/>
            <a:ext cx="476640" cy="209880"/>
          </a:xfrm>
          <a:custGeom>
            <a:avLst/>
            <a:gdLst/>
            <a:ahLst/>
            <a:rect l="0" t="0" r="r" b="b"/>
            <a:pathLst>
              <a:path w="1324" h="583">
                <a:moveTo>
                  <a:pt x="0" y="477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218" y="0"/>
                </a:lnTo>
                <a:cubicBezTo>
                  <a:pt x="1232" y="0"/>
                  <a:pt x="1246" y="3"/>
                  <a:pt x="1259" y="8"/>
                </a:cubicBezTo>
                <a:cubicBezTo>
                  <a:pt x="1272" y="14"/>
                  <a:pt x="1283" y="21"/>
                  <a:pt x="1293" y="31"/>
                </a:cubicBezTo>
                <a:cubicBezTo>
                  <a:pt x="1303" y="41"/>
                  <a:pt x="1311" y="54"/>
                  <a:pt x="1316" y="67"/>
                </a:cubicBezTo>
                <a:cubicBezTo>
                  <a:pt x="1322" y="80"/>
                  <a:pt x="1324" y="93"/>
                  <a:pt x="1324" y="107"/>
                </a:cubicBezTo>
                <a:lnTo>
                  <a:pt x="1324" y="477"/>
                </a:lnTo>
                <a:cubicBezTo>
                  <a:pt x="1324" y="491"/>
                  <a:pt x="1322" y="505"/>
                  <a:pt x="1316" y="518"/>
                </a:cubicBezTo>
                <a:cubicBezTo>
                  <a:pt x="1311" y="531"/>
                  <a:pt x="1303" y="542"/>
                  <a:pt x="1293" y="552"/>
                </a:cubicBezTo>
                <a:cubicBezTo>
                  <a:pt x="1283" y="562"/>
                  <a:pt x="1272" y="570"/>
                  <a:pt x="1259" y="575"/>
                </a:cubicBezTo>
                <a:cubicBezTo>
                  <a:pt x="1246" y="581"/>
                  <a:pt x="1232" y="583"/>
                  <a:pt x="1218" y="583"/>
                </a:cubicBezTo>
                <a:lnTo>
                  <a:pt x="106" y="583"/>
                </a:lnTo>
                <a:cubicBezTo>
                  <a:pt x="92" y="583"/>
                  <a:pt x="79" y="581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4281480" y="4071600"/>
            <a:ext cx="466920" cy="200520"/>
          </a:xfrm>
          <a:custGeom>
            <a:avLst/>
            <a:gdLst/>
            <a:ahLst/>
            <a:rect l="0" t="0" r="r" b="b"/>
            <a:pathLst>
              <a:path w="1297" h="557">
                <a:moveTo>
                  <a:pt x="0" y="464"/>
                </a:moveTo>
                <a:lnTo>
                  <a:pt x="0" y="94"/>
                </a:ln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1204" y="0"/>
                </a:lnTo>
                <a:cubicBezTo>
                  <a:pt x="1217" y="0"/>
                  <a:pt x="1228" y="3"/>
                  <a:pt x="1240" y="7"/>
                </a:cubicBezTo>
                <a:cubicBezTo>
                  <a:pt x="1251" y="12"/>
                  <a:pt x="1261" y="19"/>
                  <a:pt x="1270" y="28"/>
                </a:cubicBezTo>
                <a:cubicBezTo>
                  <a:pt x="1279" y="36"/>
                  <a:pt x="1285" y="46"/>
                  <a:pt x="1290" y="58"/>
                </a:cubicBezTo>
                <a:cubicBezTo>
                  <a:pt x="1295" y="70"/>
                  <a:pt x="1297" y="82"/>
                  <a:pt x="1297" y="94"/>
                </a:cubicBezTo>
                <a:lnTo>
                  <a:pt x="1297" y="464"/>
                </a:lnTo>
                <a:cubicBezTo>
                  <a:pt x="1297" y="477"/>
                  <a:pt x="1295" y="489"/>
                  <a:pt x="1290" y="500"/>
                </a:cubicBezTo>
                <a:cubicBezTo>
                  <a:pt x="1285" y="511"/>
                  <a:pt x="1279" y="521"/>
                  <a:pt x="1270" y="530"/>
                </a:cubicBezTo>
                <a:cubicBezTo>
                  <a:pt x="1261" y="539"/>
                  <a:pt x="1251" y="545"/>
                  <a:pt x="1240" y="550"/>
                </a:cubicBezTo>
                <a:cubicBezTo>
                  <a:pt x="1228" y="555"/>
                  <a:pt x="1217" y="557"/>
                  <a:pt x="1204" y="557"/>
                </a:cubicBezTo>
                <a:lnTo>
                  <a:pt x="92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5" y="545"/>
                  <a:pt x="35" y="539"/>
                  <a:pt x="27" y="530"/>
                </a:cubicBezTo>
                <a:cubicBezTo>
                  <a:pt x="18" y="521"/>
                  <a:pt x="11" y="511"/>
                  <a:pt x="7" y="500"/>
                </a:cubicBezTo>
                <a:cubicBezTo>
                  <a:pt x="2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2938680" y="4060440"/>
            <a:ext cx="10782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+ do/done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4330080" y="4083120"/>
            <a:ext cx="366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60a5fa"/>
                </a:solidFill>
                <a:latin typeface="Courier New"/>
                <a:ea typeface="Courier New"/>
              </a:rPr>
              <a:t>$arr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4753440" y="4060440"/>
            <a:ext cx="6469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60a5fa"/>
                </a:solidFill>
                <a:latin typeface="Courier New"/>
                <a:ea typeface="Courier New"/>
              </a:rPr>
              <a:t> </a:t>
            </a:r>
            <a:r>
              <a:rPr b="0" lang="en-US" sz="1410" spc="-1" strike="noStrike">
                <a:solidFill>
                  <a:srgbClr val="60a5fa"/>
                </a:solidFill>
                <a:latin typeface="Courier New"/>
                <a:ea typeface="Courier New"/>
              </a:rPr>
              <a:t>+ end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1819080" y="4457520"/>
            <a:ext cx="476640" cy="209880"/>
          </a:xfrm>
          <a:custGeom>
            <a:avLst/>
            <a:gdLst/>
            <a:ahLst/>
            <a:rect l="0" t="0" r="r" b="b"/>
            <a:pathLst>
              <a:path w="1324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18" y="0"/>
                </a:lnTo>
                <a:cubicBezTo>
                  <a:pt x="1232" y="0"/>
                  <a:pt x="1246" y="3"/>
                  <a:pt x="1259" y="8"/>
                </a:cubicBezTo>
                <a:cubicBezTo>
                  <a:pt x="1272" y="13"/>
                  <a:pt x="1283" y="21"/>
                  <a:pt x="1293" y="31"/>
                </a:cubicBezTo>
                <a:cubicBezTo>
                  <a:pt x="1303" y="41"/>
                  <a:pt x="1311" y="52"/>
                  <a:pt x="1316" y="65"/>
                </a:cubicBezTo>
                <a:cubicBezTo>
                  <a:pt x="1321" y="78"/>
                  <a:pt x="1324" y="92"/>
                  <a:pt x="1324" y="106"/>
                </a:cubicBezTo>
                <a:lnTo>
                  <a:pt x="1324" y="477"/>
                </a:lnTo>
                <a:cubicBezTo>
                  <a:pt x="1324" y="491"/>
                  <a:pt x="1321" y="505"/>
                  <a:pt x="1316" y="518"/>
                </a:cubicBezTo>
                <a:cubicBezTo>
                  <a:pt x="1311" y="531"/>
                  <a:pt x="1303" y="542"/>
                  <a:pt x="1293" y="552"/>
                </a:cubicBezTo>
                <a:cubicBezTo>
                  <a:pt x="1283" y="562"/>
                  <a:pt x="1272" y="570"/>
                  <a:pt x="1259" y="575"/>
                </a:cubicBezTo>
                <a:cubicBezTo>
                  <a:pt x="1246" y="580"/>
                  <a:pt x="1232" y="583"/>
                  <a:pt x="1218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1823760" y="4462200"/>
            <a:ext cx="467280" cy="200520"/>
          </a:xfrm>
          <a:custGeom>
            <a:avLst/>
            <a:gdLst/>
            <a:ahLst/>
            <a:rect l="0" t="0" r="r" b="b"/>
            <a:pathLst>
              <a:path w="1298" h="557">
                <a:moveTo>
                  <a:pt x="0" y="464"/>
                </a:moveTo>
                <a:lnTo>
                  <a:pt x="0" y="94"/>
                </a:ln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lnTo>
                  <a:pt x="1205" y="0"/>
                </a:lnTo>
                <a:cubicBezTo>
                  <a:pt x="1217" y="0"/>
                  <a:pt x="1229" y="3"/>
                  <a:pt x="1241" y="7"/>
                </a:cubicBezTo>
                <a:cubicBezTo>
                  <a:pt x="1252" y="12"/>
                  <a:pt x="1262" y="19"/>
                  <a:pt x="1271" y="27"/>
                </a:cubicBezTo>
                <a:cubicBezTo>
                  <a:pt x="1279" y="36"/>
                  <a:pt x="1286" y="46"/>
                  <a:pt x="1291" y="57"/>
                </a:cubicBezTo>
                <a:cubicBezTo>
                  <a:pt x="1295" y="69"/>
                  <a:pt x="1298" y="81"/>
                  <a:pt x="1298" y="94"/>
                </a:cubicBezTo>
                <a:lnTo>
                  <a:pt x="1298" y="464"/>
                </a:lnTo>
                <a:cubicBezTo>
                  <a:pt x="1298" y="477"/>
                  <a:pt x="1295" y="488"/>
                  <a:pt x="1291" y="500"/>
                </a:cubicBezTo>
                <a:cubicBezTo>
                  <a:pt x="1286" y="511"/>
                  <a:pt x="1279" y="521"/>
                  <a:pt x="1271" y="530"/>
                </a:cubicBezTo>
                <a:cubicBezTo>
                  <a:pt x="1262" y="538"/>
                  <a:pt x="1252" y="545"/>
                  <a:pt x="1241" y="550"/>
                </a:cubicBezTo>
                <a:cubicBezTo>
                  <a:pt x="1229" y="555"/>
                  <a:pt x="1217" y="557"/>
                  <a:pt x="1205" y="557"/>
                </a:cubicBezTo>
                <a:lnTo>
                  <a:pt x="93" y="557"/>
                </a:lnTo>
                <a:cubicBezTo>
                  <a:pt x="81" y="557"/>
                  <a:pt x="69" y="555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9" y="521"/>
                  <a:pt x="12" y="511"/>
                  <a:pt x="7" y="500"/>
                </a:cubicBezTo>
                <a:cubicBezTo>
                  <a:pt x="3" y="488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590400" y="4451040"/>
            <a:ext cx="6469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Cierre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4276440" y="4457520"/>
            <a:ext cx="381600" cy="209880"/>
          </a:xfrm>
          <a:custGeom>
            <a:avLst/>
            <a:gdLst/>
            <a:ahLst/>
            <a:rect l="0" t="0" r="r" b="b"/>
            <a:pathLst>
              <a:path w="1060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954" y="0"/>
                </a:lnTo>
                <a:cubicBezTo>
                  <a:pt x="968" y="0"/>
                  <a:pt x="981" y="3"/>
                  <a:pt x="994" y="8"/>
                </a:cubicBezTo>
                <a:cubicBezTo>
                  <a:pt x="1007" y="13"/>
                  <a:pt x="1019" y="21"/>
                  <a:pt x="1029" y="31"/>
                </a:cubicBezTo>
                <a:cubicBezTo>
                  <a:pt x="1039" y="41"/>
                  <a:pt x="1046" y="52"/>
                  <a:pt x="1052" y="65"/>
                </a:cubicBezTo>
                <a:cubicBezTo>
                  <a:pt x="1057" y="78"/>
                  <a:pt x="1060" y="92"/>
                  <a:pt x="1060" y="106"/>
                </a:cubicBezTo>
                <a:lnTo>
                  <a:pt x="1060" y="477"/>
                </a:lnTo>
                <a:cubicBezTo>
                  <a:pt x="1060" y="491"/>
                  <a:pt x="1057" y="505"/>
                  <a:pt x="1052" y="518"/>
                </a:cubicBezTo>
                <a:cubicBezTo>
                  <a:pt x="1046" y="531"/>
                  <a:pt x="1039" y="542"/>
                  <a:pt x="1029" y="552"/>
                </a:cubicBezTo>
                <a:cubicBezTo>
                  <a:pt x="1019" y="562"/>
                  <a:pt x="1007" y="570"/>
                  <a:pt x="994" y="575"/>
                </a:cubicBezTo>
                <a:cubicBezTo>
                  <a:pt x="981" y="580"/>
                  <a:pt x="968" y="583"/>
                  <a:pt x="954" y="583"/>
                </a:cubicBezTo>
                <a:lnTo>
                  <a:pt x="106" y="583"/>
                </a:lnTo>
                <a:cubicBezTo>
                  <a:pt x="92" y="583"/>
                  <a:pt x="79" y="580"/>
                  <a:pt x="66" y="575"/>
                </a:cubicBezTo>
                <a:cubicBezTo>
                  <a:pt x="53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4281480" y="4462200"/>
            <a:ext cx="371520" cy="200520"/>
          </a:xfrm>
          <a:custGeom>
            <a:avLst/>
            <a:gdLst/>
            <a:ahLst/>
            <a:rect l="0" t="0" r="r" b="b"/>
            <a:pathLst>
              <a:path w="1032" h="557">
                <a:moveTo>
                  <a:pt x="0" y="464"/>
                </a:moveTo>
                <a:lnTo>
                  <a:pt x="0" y="94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939" y="0"/>
                </a:lnTo>
                <a:cubicBezTo>
                  <a:pt x="951" y="0"/>
                  <a:pt x="963" y="3"/>
                  <a:pt x="974" y="7"/>
                </a:cubicBezTo>
                <a:cubicBezTo>
                  <a:pt x="986" y="12"/>
                  <a:pt x="997" y="19"/>
                  <a:pt x="1005" y="27"/>
                </a:cubicBezTo>
                <a:cubicBezTo>
                  <a:pt x="1014" y="36"/>
                  <a:pt x="1021" y="46"/>
                  <a:pt x="1025" y="57"/>
                </a:cubicBezTo>
                <a:cubicBezTo>
                  <a:pt x="1030" y="69"/>
                  <a:pt x="1032" y="81"/>
                  <a:pt x="1032" y="94"/>
                </a:cubicBezTo>
                <a:lnTo>
                  <a:pt x="1032" y="464"/>
                </a:lnTo>
                <a:cubicBezTo>
                  <a:pt x="1032" y="477"/>
                  <a:pt x="1030" y="488"/>
                  <a:pt x="1025" y="500"/>
                </a:cubicBezTo>
                <a:cubicBezTo>
                  <a:pt x="1021" y="511"/>
                  <a:pt x="1014" y="521"/>
                  <a:pt x="1005" y="530"/>
                </a:cubicBezTo>
                <a:cubicBezTo>
                  <a:pt x="997" y="538"/>
                  <a:pt x="986" y="545"/>
                  <a:pt x="974" y="550"/>
                </a:cubicBezTo>
                <a:cubicBezTo>
                  <a:pt x="963" y="555"/>
                  <a:pt x="951" y="557"/>
                  <a:pt x="939" y="557"/>
                </a:cubicBezTo>
                <a:lnTo>
                  <a:pt x="92" y="557"/>
                </a:lnTo>
                <a:cubicBezTo>
                  <a:pt x="80" y="557"/>
                  <a:pt x="68" y="555"/>
                  <a:pt x="57" y="550"/>
                </a:cubicBezTo>
                <a:cubicBezTo>
                  <a:pt x="45" y="545"/>
                  <a:pt x="35" y="538"/>
                  <a:pt x="27" y="530"/>
                </a:cubicBezTo>
                <a:cubicBezTo>
                  <a:pt x="18" y="521"/>
                  <a:pt x="11" y="511"/>
                  <a:pt x="7" y="500"/>
                </a:cubicBezTo>
                <a:cubicBezTo>
                  <a:pt x="2" y="488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1874520" y="4473360"/>
            <a:ext cx="366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done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4330080" y="447336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22d3ee"/>
                </a:solidFill>
                <a:latin typeface="Courier New"/>
                <a:ea typeface="Courier New"/>
              </a:rPr>
              <a:t>end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1123200" y="2595960"/>
            <a:ext cx="995076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06. Compatibilidad y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3609360" y="3634200"/>
            <a:ext cx="497520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Ecosistema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461880" y="3462120"/>
            <a:ext cx="5515200" cy="1638720"/>
          </a:xfrm>
          <a:custGeom>
            <a:avLst/>
            <a:gdLst/>
            <a:ahLst/>
            <a:rect l="0" t="0" r="r" b="b"/>
            <a:pathLst>
              <a:path w="15320" h="4552">
                <a:moveTo>
                  <a:pt x="0" y="435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4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4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1"/>
                  <a:pt x="15305" y="123"/>
                </a:cubicBezTo>
                <a:cubicBezTo>
                  <a:pt x="15310" y="135"/>
                  <a:pt x="15314" y="147"/>
                  <a:pt x="15316" y="160"/>
                </a:cubicBezTo>
                <a:cubicBezTo>
                  <a:pt x="15319" y="173"/>
                  <a:pt x="15320" y="186"/>
                  <a:pt x="15320" y="199"/>
                </a:cubicBezTo>
                <a:lnTo>
                  <a:pt x="15320" y="4353"/>
                </a:lnTo>
                <a:cubicBezTo>
                  <a:pt x="15320" y="4367"/>
                  <a:pt x="15319" y="4379"/>
                  <a:pt x="15316" y="4392"/>
                </a:cubicBezTo>
                <a:cubicBezTo>
                  <a:pt x="15314" y="4405"/>
                  <a:pt x="15310" y="4417"/>
                  <a:pt x="15305" y="4429"/>
                </a:cubicBezTo>
                <a:cubicBezTo>
                  <a:pt x="15300" y="4441"/>
                  <a:pt x="15294" y="4453"/>
                  <a:pt x="15287" y="4464"/>
                </a:cubicBezTo>
                <a:cubicBezTo>
                  <a:pt x="15279" y="4475"/>
                  <a:pt x="15271" y="4485"/>
                  <a:pt x="15262" y="4494"/>
                </a:cubicBezTo>
                <a:cubicBezTo>
                  <a:pt x="15253" y="4503"/>
                  <a:pt x="15243" y="4511"/>
                  <a:pt x="15232" y="4518"/>
                </a:cubicBezTo>
                <a:cubicBezTo>
                  <a:pt x="15221" y="4526"/>
                  <a:pt x="15210" y="4532"/>
                  <a:pt x="15198" y="4537"/>
                </a:cubicBezTo>
                <a:cubicBezTo>
                  <a:pt x="15186" y="4542"/>
                  <a:pt x="15173" y="4546"/>
                  <a:pt x="15160" y="4548"/>
                </a:cubicBezTo>
                <a:cubicBezTo>
                  <a:pt x="15148" y="4551"/>
                  <a:pt x="15135" y="4552"/>
                  <a:pt x="15122" y="4552"/>
                </a:cubicBezTo>
                <a:lnTo>
                  <a:pt x="198" y="4552"/>
                </a:lnTo>
                <a:cubicBezTo>
                  <a:pt x="185" y="4552"/>
                  <a:pt x="172" y="4551"/>
                  <a:pt x="159" y="4548"/>
                </a:cubicBezTo>
                <a:cubicBezTo>
                  <a:pt x="147" y="4546"/>
                  <a:pt x="134" y="4542"/>
                  <a:pt x="122" y="4537"/>
                </a:cubicBezTo>
                <a:cubicBezTo>
                  <a:pt x="110" y="4532"/>
                  <a:pt x="99" y="4526"/>
                  <a:pt x="88" y="4518"/>
                </a:cubicBezTo>
                <a:cubicBezTo>
                  <a:pt x="77" y="4511"/>
                  <a:pt x="67" y="4503"/>
                  <a:pt x="58" y="4494"/>
                </a:cubicBezTo>
                <a:cubicBezTo>
                  <a:pt x="49" y="4485"/>
                  <a:pt x="40" y="4475"/>
                  <a:pt x="33" y="4464"/>
                </a:cubicBezTo>
                <a:cubicBezTo>
                  <a:pt x="26" y="4453"/>
                  <a:pt x="20" y="4441"/>
                  <a:pt x="15" y="4429"/>
                </a:cubicBezTo>
                <a:cubicBezTo>
                  <a:pt x="10" y="4417"/>
                  <a:pt x="6" y="4405"/>
                  <a:pt x="4" y="4392"/>
                </a:cubicBezTo>
                <a:cubicBezTo>
                  <a:pt x="1" y="4379"/>
                  <a:pt x="0" y="4367"/>
                  <a:pt x="0" y="4353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461880" y="3462120"/>
            <a:ext cx="5515200" cy="1638720"/>
          </a:xfrm>
          <a:custGeom>
            <a:avLst/>
            <a:gdLst/>
            <a:ahLst/>
            <a:rect l="0" t="0" r="r" b="b"/>
            <a:pathLst>
              <a:path w="15320" h="4552">
                <a:moveTo>
                  <a:pt x="0" y="435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4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4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1"/>
                  <a:pt x="15305" y="123"/>
                </a:cubicBezTo>
                <a:cubicBezTo>
                  <a:pt x="15310" y="135"/>
                  <a:pt x="15314" y="147"/>
                  <a:pt x="15316" y="160"/>
                </a:cubicBezTo>
                <a:cubicBezTo>
                  <a:pt x="15319" y="173"/>
                  <a:pt x="15320" y="186"/>
                  <a:pt x="15320" y="199"/>
                </a:cubicBezTo>
                <a:lnTo>
                  <a:pt x="15320" y="4353"/>
                </a:lnTo>
                <a:cubicBezTo>
                  <a:pt x="15320" y="4367"/>
                  <a:pt x="15319" y="4379"/>
                  <a:pt x="15316" y="4392"/>
                </a:cubicBezTo>
                <a:cubicBezTo>
                  <a:pt x="15314" y="4405"/>
                  <a:pt x="15310" y="4417"/>
                  <a:pt x="15305" y="4429"/>
                </a:cubicBezTo>
                <a:cubicBezTo>
                  <a:pt x="15300" y="4441"/>
                  <a:pt x="15294" y="4453"/>
                  <a:pt x="15287" y="4464"/>
                </a:cubicBezTo>
                <a:cubicBezTo>
                  <a:pt x="15279" y="4475"/>
                  <a:pt x="15271" y="4485"/>
                  <a:pt x="15262" y="4494"/>
                </a:cubicBezTo>
                <a:cubicBezTo>
                  <a:pt x="15253" y="4503"/>
                  <a:pt x="15243" y="4511"/>
                  <a:pt x="15232" y="4518"/>
                </a:cubicBezTo>
                <a:cubicBezTo>
                  <a:pt x="15221" y="4526"/>
                  <a:pt x="15210" y="4532"/>
                  <a:pt x="15198" y="4537"/>
                </a:cubicBezTo>
                <a:cubicBezTo>
                  <a:pt x="15186" y="4542"/>
                  <a:pt x="15173" y="4546"/>
                  <a:pt x="15160" y="4548"/>
                </a:cubicBezTo>
                <a:cubicBezTo>
                  <a:pt x="15148" y="4551"/>
                  <a:pt x="15135" y="4552"/>
                  <a:pt x="15122" y="4552"/>
                </a:cubicBezTo>
                <a:lnTo>
                  <a:pt x="198" y="4552"/>
                </a:lnTo>
                <a:cubicBezTo>
                  <a:pt x="185" y="4552"/>
                  <a:pt x="172" y="4551"/>
                  <a:pt x="159" y="4548"/>
                </a:cubicBezTo>
                <a:cubicBezTo>
                  <a:pt x="147" y="4546"/>
                  <a:pt x="134" y="4542"/>
                  <a:pt x="122" y="4537"/>
                </a:cubicBezTo>
                <a:cubicBezTo>
                  <a:pt x="110" y="4532"/>
                  <a:pt x="99" y="4526"/>
                  <a:pt x="88" y="4518"/>
                </a:cubicBezTo>
                <a:cubicBezTo>
                  <a:pt x="77" y="4511"/>
                  <a:pt x="67" y="4503"/>
                  <a:pt x="58" y="4494"/>
                </a:cubicBezTo>
                <a:cubicBezTo>
                  <a:pt x="49" y="4485"/>
                  <a:pt x="40" y="4475"/>
                  <a:pt x="33" y="4464"/>
                </a:cubicBezTo>
                <a:cubicBezTo>
                  <a:pt x="26" y="4453"/>
                  <a:pt x="20" y="4441"/>
                  <a:pt x="15" y="4429"/>
                </a:cubicBezTo>
                <a:cubicBezTo>
                  <a:pt x="10" y="4417"/>
                  <a:pt x="6" y="4405"/>
                  <a:pt x="4" y="4392"/>
                </a:cubicBezTo>
                <a:cubicBezTo>
                  <a:pt x="1" y="4379"/>
                  <a:pt x="0" y="4367"/>
                  <a:pt x="0" y="4353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457200" y="1627560"/>
            <a:ext cx="620352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El problema POSIX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457200" y="2960640"/>
            <a:ext cx="16556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2dd4bf"/>
                </a:solidFill>
                <a:latin typeface="Courier New"/>
                <a:ea typeface="Courier New"/>
              </a:rPr>
              <a:t>Bash / Zsh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619200" y="3701520"/>
            <a:ext cx="2864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59636e"/>
                </a:solidFill>
                <a:latin typeface="Courier New"/>
                <a:ea typeface="Courier New"/>
              </a:rPr>
              <a:t># Esto funciona en Bash/Zsh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619200" y="4034880"/>
            <a:ext cx="1803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59636e"/>
                </a:solidFill>
                <a:latin typeface="Courier New"/>
                <a:ea typeface="Courier New"/>
              </a:rPr>
              <a:t># pero NO en Fish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619200" y="4358520"/>
            <a:ext cx="4347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export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GOOGLE_CLOUD_PROJECT=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"mi-proyecto"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6215040" y="3462120"/>
            <a:ext cx="5515200" cy="1305360"/>
          </a:xfrm>
          <a:custGeom>
            <a:avLst/>
            <a:gdLst/>
            <a:ahLst/>
            <a:rect l="0" t="0" r="r" b="b"/>
            <a:pathLst>
              <a:path w="15320" h="3626">
                <a:moveTo>
                  <a:pt x="0" y="3427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4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4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1"/>
                  <a:pt x="15305" y="123"/>
                </a:cubicBezTo>
                <a:cubicBezTo>
                  <a:pt x="15310" y="135"/>
                  <a:pt x="15314" y="147"/>
                  <a:pt x="15316" y="160"/>
                </a:cubicBezTo>
                <a:cubicBezTo>
                  <a:pt x="15319" y="173"/>
                  <a:pt x="15320" y="186"/>
                  <a:pt x="15320" y="199"/>
                </a:cubicBezTo>
                <a:lnTo>
                  <a:pt x="15320" y="3427"/>
                </a:lnTo>
                <a:cubicBezTo>
                  <a:pt x="15320" y="3440"/>
                  <a:pt x="15319" y="3453"/>
                  <a:pt x="15316" y="3466"/>
                </a:cubicBezTo>
                <a:cubicBezTo>
                  <a:pt x="15314" y="3479"/>
                  <a:pt x="15310" y="3491"/>
                  <a:pt x="15305" y="3503"/>
                </a:cubicBezTo>
                <a:cubicBezTo>
                  <a:pt x="15300" y="3515"/>
                  <a:pt x="15294" y="3527"/>
                  <a:pt x="15286" y="3538"/>
                </a:cubicBezTo>
                <a:cubicBezTo>
                  <a:pt x="15279" y="3549"/>
                  <a:pt x="15271" y="3559"/>
                  <a:pt x="15262" y="3568"/>
                </a:cubicBezTo>
                <a:cubicBezTo>
                  <a:pt x="15253" y="3577"/>
                  <a:pt x="15243" y="3585"/>
                  <a:pt x="15232" y="3592"/>
                </a:cubicBezTo>
                <a:cubicBezTo>
                  <a:pt x="15221" y="3600"/>
                  <a:pt x="15209" y="3606"/>
                  <a:pt x="15197" y="3611"/>
                </a:cubicBezTo>
                <a:cubicBezTo>
                  <a:pt x="15185" y="3616"/>
                  <a:pt x="15173" y="3620"/>
                  <a:pt x="15160" y="3622"/>
                </a:cubicBezTo>
                <a:cubicBezTo>
                  <a:pt x="15147" y="3625"/>
                  <a:pt x="15135" y="3626"/>
                  <a:pt x="15121" y="3626"/>
                </a:cubicBezTo>
                <a:lnTo>
                  <a:pt x="198" y="3626"/>
                </a:lnTo>
                <a:cubicBezTo>
                  <a:pt x="185" y="3626"/>
                  <a:pt x="172" y="3625"/>
                  <a:pt x="159" y="3622"/>
                </a:cubicBezTo>
                <a:cubicBezTo>
                  <a:pt x="147" y="3620"/>
                  <a:pt x="134" y="3616"/>
                  <a:pt x="122" y="3611"/>
                </a:cubicBezTo>
                <a:cubicBezTo>
                  <a:pt x="110" y="3606"/>
                  <a:pt x="99" y="3600"/>
                  <a:pt x="88" y="3592"/>
                </a:cubicBezTo>
                <a:cubicBezTo>
                  <a:pt x="77" y="3585"/>
                  <a:pt x="67" y="3577"/>
                  <a:pt x="58" y="3568"/>
                </a:cubicBezTo>
                <a:cubicBezTo>
                  <a:pt x="48" y="3559"/>
                  <a:pt x="40" y="3549"/>
                  <a:pt x="33" y="3538"/>
                </a:cubicBezTo>
                <a:cubicBezTo>
                  <a:pt x="26" y="3527"/>
                  <a:pt x="20" y="3515"/>
                  <a:pt x="15" y="3503"/>
                </a:cubicBezTo>
                <a:cubicBezTo>
                  <a:pt x="10" y="3491"/>
                  <a:pt x="6" y="3479"/>
                  <a:pt x="3" y="3466"/>
                </a:cubicBezTo>
                <a:cubicBezTo>
                  <a:pt x="1" y="3453"/>
                  <a:pt x="0" y="3440"/>
                  <a:pt x="0" y="342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6215040" y="3462120"/>
            <a:ext cx="5515200" cy="1305360"/>
          </a:xfrm>
          <a:custGeom>
            <a:avLst/>
            <a:gdLst/>
            <a:ahLst/>
            <a:rect l="0" t="0" r="r" b="b"/>
            <a:pathLst>
              <a:path w="15320" h="3626">
                <a:moveTo>
                  <a:pt x="0" y="3427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4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4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1"/>
                  <a:pt x="15305" y="123"/>
                </a:cubicBezTo>
                <a:cubicBezTo>
                  <a:pt x="15310" y="135"/>
                  <a:pt x="15314" y="147"/>
                  <a:pt x="15316" y="160"/>
                </a:cubicBezTo>
                <a:cubicBezTo>
                  <a:pt x="15319" y="173"/>
                  <a:pt x="15320" y="186"/>
                  <a:pt x="15320" y="199"/>
                </a:cubicBezTo>
                <a:lnTo>
                  <a:pt x="15320" y="3427"/>
                </a:lnTo>
                <a:cubicBezTo>
                  <a:pt x="15320" y="3440"/>
                  <a:pt x="15319" y="3453"/>
                  <a:pt x="15316" y="3466"/>
                </a:cubicBezTo>
                <a:cubicBezTo>
                  <a:pt x="15314" y="3479"/>
                  <a:pt x="15310" y="3491"/>
                  <a:pt x="15305" y="3503"/>
                </a:cubicBezTo>
                <a:cubicBezTo>
                  <a:pt x="15300" y="3515"/>
                  <a:pt x="15294" y="3527"/>
                  <a:pt x="15286" y="3538"/>
                </a:cubicBezTo>
                <a:cubicBezTo>
                  <a:pt x="15279" y="3549"/>
                  <a:pt x="15271" y="3559"/>
                  <a:pt x="15262" y="3568"/>
                </a:cubicBezTo>
                <a:cubicBezTo>
                  <a:pt x="15253" y="3577"/>
                  <a:pt x="15243" y="3585"/>
                  <a:pt x="15232" y="3592"/>
                </a:cubicBezTo>
                <a:cubicBezTo>
                  <a:pt x="15221" y="3600"/>
                  <a:pt x="15209" y="3606"/>
                  <a:pt x="15197" y="3611"/>
                </a:cubicBezTo>
                <a:cubicBezTo>
                  <a:pt x="15185" y="3616"/>
                  <a:pt x="15173" y="3620"/>
                  <a:pt x="15160" y="3622"/>
                </a:cubicBezTo>
                <a:cubicBezTo>
                  <a:pt x="15147" y="3625"/>
                  <a:pt x="15135" y="3626"/>
                  <a:pt x="15121" y="3626"/>
                </a:cubicBezTo>
                <a:lnTo>
                  <a:pt x="198" y="3626"/>
                </a:lnTo>
                <a:cubicBezTo>
                  <a:pt x="185" y="3626"/>
                  <a:pt x="172" y="3625"/>
                  <a:pt x="159" y="3622"/>
                </a:cubicBezTo>
                <a:cubicBezTo>
                  <a:pt x="147" y="3620"/>
                  <a:pt x="134" y="3616"/>
                  <a:pt x="122" y="3611"/>
                </a:cubicBezTo>
                <a:cubicBezTo>
                  <a:pt x="110" y="3606"/>
                  <a:pt x="99" y="3600"/>
                  <a:pt x="88" y="3592"/>
                </a:cubicBezTo>
                <a:cubicBezTo>
                  <a:pt x="77" y="3585"/>
                  <a:pt x="67" y="3577"/>
                  <a:pt x="58" y="3568"/>
                </a:cubicBezTo>
                <a:cubicBezTo>
                  <a:pt x="48" y="3559"/>
                  <a:pt x="40" y="3549"/>
                  <a:pt x="33" y="3538"/>
                </a:cubicBezTo>
                <a:cubicBezTo>
                  <a:pt x="26" y="3527"/>
                  <a:pt x="20" y="3515"/>
                  <a:pt x="15" y="3503"/>
                </a:cubicBezTo>
                <a:cubicBezTo>
                  <a:pt x="10" y="3491"/>
                  <a:pt x="6" y="3479"/>
                  <a:pt x="3" y="3466"/>
                </a:cubicBezTo>
                <a:cubicBezTo>
                  <a:pt x="1" y="3453"/>
                  <a:pt x="0" y="3440"/>
                  <a:pt x="0" y="342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619200" y="4692240"/>
            <a:ext cx="21204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source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/ruta/init.sh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6210360" y="2960640"/>
            <a:ext cx="662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60a5fa"/>
                </a:solidFill>
                <a:latin typeface="Courier New"/>
                <a:ea typeface="Courier New"/>
              </a:rPr>
              <a:t>Fish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6372360" y="3701520"/>
            <a:ext cx="2227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# Equivalente en Fish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6372360" y="4034880"/>
            <a:ext cx="4455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-gx GOOGLE_CLOUD_PROJECT "mi-proyecto"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6372360" y="4358520"/>
            <a:ext cx="2652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bass source /ruta/init.sh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466560" y="1971360"/>
            <a:ext cx="2381760" cy="333720"/>
          </a:xfrm>
          <a:custGeom>
            <a:avLst/>
            <a:gdLst/>
            <a:ahLst/>
            <a:rect l="0" t="0" r="r" b="b"/>
            <a:pathLst>
              <a:path w="6616" h="927">
                <a:moveTo>
                  <a:pt x="0" y="0"/>
                </a:moveTo>
                <a:lnTo>
                  <a:pt x="6616" y="0"/>
                </a:lnTo>
                <a:lnTo>
                  <a:pt x="6616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2847960" y="1971360"/>
            <a:ext cx="3200760" cy="333720"/>
          </a:xfrm>
          <a:custGeom>
            <a:avLst/>
            <a:gdLst/>
            <a:ahLst/>
            <a:rect l="0" t="0" r="r" b="b"/>
            <a:pathLst>
              <a:path w="8891" h="927">
                <a:moveTo>
                  <a:pt x="0" y="0"/>
                </a:moveTo>
                <a:lnTo>
                  <a:pt x="8891" y="0"/>
                </a:lnTo>
                <a:lnTo>
                  <a:pt x="889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6048360" y="1971360"/>
            <a:ext cx="5686560" cy="333720"/>
          </a:xfrm>
          <a:custGeom>
            <a:avLst/>
            <a:gdLst/>
            <a:ahLst/>
            <a:rect l="0" t="0" r="r" b="b"/>
            <a:pathLst>
              <a:path w="15796" h="927">
                <a:moveTo>
                  <a:pt x="0" y="0"/>
                </a:moveTo>
                <a:lnTo>
                  <a:pt x="15796" y="0"/>
                </a:lnTo>
                <a:lnTo>
                  <a:pt x="15796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466560" y="1971360"/>
            <a:ext cx="2381760" cy="333720"/>
          </a:xfrm>
          <a:custGeom>
            <a:avLst/>
            <a:gdLst/>
            <a:ahLst/>
            <a:rect l="0" t="0" r="r" b="b"/>
            <a:pathLst>
              <a:path w="6616" h="927">
                <a:moveTo>
                  <a:pt x="0" y="0"/>
                </a:moveTo>
                <a:lnTo>
                  <a:pt x="6616" y="0"/>
                </a:lnTo>
                <a:lnTo>
                  <a:pt x="6616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2847960" y="1971360"/>
            <a:ext cx="3200760" cy="333720"/>
          </a:xfrm>
          <a:custGeom>
            <a:avLst/>
            <a:gdLst/>
            <a:ahLst/>
            <a:rect l="0" t="0" r="r" b="b"/>
            <a:pathLst>
              <a:path w="8891" h="927">
                <a:moveTo>
                  <a:pt x="0" y="0"/>
                </a:moveTo>
                <a:lnTo>
                  <a:pt x="8891" y="0"/>
                </a:lnTo>
                <a:lnTo>
                  <a:pt x="889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6048360" y="1971360"/>
            <a:ext cx="5686560" cy="333720"/>
          </a:xfrm>
          <a:custGeom>
            <a:avLst/>
            <a:gdLst/>
            <a:ahLst/>
            <a:rect l="0" t="0" r="r" b="b"/>
            <a:pathLst>
              <a:path w="15796" h="927">
                <a:moveTo>
                  <a:pt x="0" y="0"/>
                </a:moveTo>
                <a:lnTo>
                  <a:pt x="15796" y="0"/>
                </a:lnTo>
                <a:lnTo>
                  <a:pt x="15796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466560" y="2304720"/>
            <a:ext cx="2381760" cy="667080"/>
          </a:xfrm>
          <a:custGeom>
            <a:avLst/>
            <a:gdLst/>
            <a:ahLst/>
            <a:rect l="0" t="0" r="r" b="b"/>
            <a:pathLst>
              <a:path w="6616" h="1853">
                <a:moveTo>
                  <a:pt x="0" y="0"/>
                </a:moveTo>
                <a:lnTo>
                  <a:pt x="6616" y="0"/>
                </a:lnTo>
                <a:lnTo>
                  <a:pt x="661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2847960" y="2304720"/>
            <a:ext cx="3200760" cy="667080"/>
          </a:xfrm>
          <a:custGeom>
            <a:avLst/>
            <a:gdLst/>
            <a:ahLst/>
            <a:rect l="0" t="0" r="r" b="b"/>
            <a:pathLst>
              <a:path w="8891" h="1853">
                <a:moveTo>
                  <a:pt x="0" y="0"/>
                </a:moveTo>
                <a:lnTo>
                  <a:pt x="8891" y="0"/>
                </a:lnTo>
                <a:lnTo>
                  <a:pt x="8891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6048360" y="2304720"/>
            <a:ext cx="5686560" cy="667080"/>
          </a:xfrm>
          <a:custGeom>
            <a:avLst/>
            <a:gdLst/>
            <a:ahLst/>
            <a:rect l="0" t="0" r="r" b="b"/>
            <a:pathLst>
              <a:path w="15796" h="1853">
                <a:moveTo>
                  <a:pt x="0" y="0"/>
                </a:moveTo>
                <a:lnTo>
                  <a:pt x="15796" y="0"/>
                </a:lnTo>
                <a:lnTo>
                  <a:pt x="1579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466560" y="2971440"/>
            <a:ext cx="2381760" cy="657720"/>
          </a:xfrm>
          <a:custGeom>
            <a:avLst/>
            <a:gdLst/>
            <a:ahLst/>
            <a:rect l="0" t="0" r="r" b="b"/>
            <a:pathLst>
              <a:path w="6616" h="1827">
                <a:moveTo>
                  <a:pt x="0" y="0"/>
                </a:moveTo>
                <a:lnTo>
                  <a:pt x="6616" y="0"/>
                </a:lnTo>
                <a:lnTo>
                  <a:pt x="6616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2847960" y="2971440"/>
            <a:ext cx="3200760" cy="657720"/>
          </a:xfrm>
          <a:custGeom>
            <a:avLst/>
            <a:gdLst/>
            <a:ahLst/>
            <a:rect l="0" t="0" r="r" b="b"/>
            <a:pathLst>
              <a:path w="8891" h="1827">
                <a:moveTo>
                  <a:pt x="0" y="0"/>
                </a:moveTo>
                <a:lnTo>
                  <a:pt x="8891" y="0"/>
                </a:lnTo>
                <a:lnTo>
                  <a:pt x="8891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6048360" y="2971440"/>
            <a:ext cx="5686560" cy="657720"/>
          </a:xfrm>
          <a:custGeom>
            <a:avLst/>
            <a:gdLst/>
            <a:ahLst/>
            <a:rect l="0" t="0" r="r" b="b"/>
            <a:pathLst>
              <a:path w="15796" h="1827">
                <a:moveTo>
                  <a:pt x="0" y="0"/>
                </a:moveTo>
                <a:lnTo>
                  <a:pt x="15796" y="0"/>
                </a:lnTo>
                <a:lnTo>
                  <a:pt x="15796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466560" y="2971440"/>
            <a:ext cx="2381760" cy="657720"/>
          </a:xfrm>
          <a:custGeom>
            <a:avLst/>
            <a:gdLst/>
            <a:ahLst/>
            <a:rect l="0" t="0" r="r" b="b"/>
            <a:pathLst>
              <a:path w="6616" h="1827">
                <a:moveTo>
                  <a:pt x="0" y="0"/>
                </a:moveTo>
                <a:lnTo>
                  <a:pt x="6616" y="0"/>
                </a:lnTo>
                <a:lnTo>
                  <a:pt x="6616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2847960" y="2971440"/>
            <a:ext cx="3200760" cy="657720"/>
          </a:xfrm>
          <a:custGeom>
            <a:avLst/>
            <a:gdLst/>
            <a:ahLst/>
            <a:rect l="0" t="0" r="r" b="b"/>
            <a:pathLst>
              <a:path w="8891" h="1827">
                <a:moveTo>
                  <a:pt x="0" y="0"/>
                </a:moveTo>
                <a:lnTo>
                  <a:pt x="8891" y="0"/>
                </a:lnTo>
                <a:lnTo>
                  <a:pt x="8891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6048360" y="2971440"/>
            <a:ext cx="5686560" cy="657720"/>
          </a:xfrm>
          <a:custGeom>
            <a:avLst/>
            <a:gdLst/>
            <a:ahLst/>
            <a:rect l="0" t="0" r="r" b="b"/>
            <a:pathLst>
              <a:path w="15796" h="1827">
                <a:moveTo>
                  <a:pt x="0" y="0"/>
                </a:moveTo>
                <a:lnTo>
                  <a:pt x="15796" y="0"/>
                </a:lnTo>
                <a:lnTo>
                  <a:pt x="15796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466560" y="3628800"/>
            <a:ext cx="2381760" cy="667080"/>
          </a:xfrm>
          <a:custGeom>
            <a:avLst/>
            <a:gdLst/>
            <a:ahLst/>
            <a:rect l="0" t="0" r="r" b="b"/>
            <a:pathLst>
              <a:path w="6616" h="1853">
                <a:moveTo>
                  <a:pt x="0" y="0"/>
                </a:moveTo>
                <a:lnTo>
                  <a:pt x="6616" y="0"/>
                </a:lnTo>
                <a:lnTo>
                  <a:pt x="661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2847960" y="3628800"/>
            <a:ext cx="3200760" cy="667080"/>
          </a:xfrm>
          <a:custGeom>
            <a:avLst/>
            <a:gdLst/>
            <a:ahLst/>
            <a:rect l="0" t="0" r="r" b="b"/>
            <a:pathLst>
              <a:path w="8891" h="1853">
                <a:moveTo>
                  <a:pt x="0" y="0"/>
                </a:moveTo>
                <a:lnTo>
                  <a:pt x="8891" y="0"/>
                </a:lnTo>
                <a:lnTo>
                  <a:pt x="8891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048360" y="3628800"/>
            <a:ext cx="5686560" cy="667080"/>
          </a:xfrm>
          <a:custGeom>
            <a:avLst/>
            <a:gdLst/>
            <a:ahLst/>
            <a:rect l="0" t="0" r="r" b="b"/>
            <a:pathLst>
              <a:path w="15796" h="1853">
                <a:moveTo>
                  <a:pt x="0" y="0"/>
                </a:moveTo>
                <a:lnTo>
                  <a:pt x="15796" y="0"/>
                </a:lnTo>
                <a:lnTo>
                  <a:pt x="1579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466560" y="4295520"/>
            <a:ext cx="2381760" cy="390960"/>
          </a:xfrm>
          <a:custGeom>
            <a:avLst/>
            <a:gdLst/>
            <a:ahLst/>
            <a:rect l="0" t="0" r="r" b="b"/>
            <a:pathLst>
              <a:path w="6616" h="1086">
                <a:moveTo>
                  <a:pt x="0" y="0"/>
                </a:moveTo>
                <a:lnTo>
                  <a:pt x="6616" y="0"/>
                </a:lnTo>
                <a:lnTo>
                  <a:pt x="661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2847960" y="4295520"/>
            <a:ext cx="3200760" cy="390960"/>
          </a:xfrm>
          <a:custGeom>
            <a:avLst/>
            <a:gdLst/>
            <a:ahLst/>
            <a:rect l="0" t="0" r="r" b="b"/>
            <a:pathLst>
              <a:path w="8891" h="1086">
                <a:moveTo>
                  <a:pt x="0" y="0"/>
                </a:moveTo>
                <a:lnTo>
                  <a:pt x="8891" y="0"/>
                </a:lnTo>
                <a:lnTo>
                  <a:pt x="889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6048360" y="4295520"/>
            <a:ext cx="5686560" cy="390960"/>
          </a:xfrm>
          <a:custGeom>
            <a:avLst/>
            <a:gdLst/>
            <a:ahLst/>
            <a:rect l="0" t="0" r="r" b="b"/>
            <a:pathLst>
              <a:path w="15796" h="1086">
                <a:moveTo>
                  <a:pt x="0" y="0"/>
                </a:moveTo>
                <a:lnTo>
                  <a:pt x="15796" y="0"/>
                </a:lnTo>
                <a:lnTo>
                  <a:pt x="1579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466560" y="4295520"/>
            <a:ext cx="2381760" cy="390960"/>
          </a:xfrm>
          <a:custGeom>
            <a:avLst/>
            <a:gdLst/>
            <a:ahLst/>
            <a:rect l="0" t="0" r="r" b="b"/>
            <a:pathLst>
              <a:path w="6616" h="1086">
                <a:moveTo>
                  <a:pt x="0" y="0"/>
                </a:moveTo>
                <a:lnTo>
                  <a:pt x="6616" y="0"/>
                </a:lnTo>
                <a:lnTo>
                  <a:pt x="661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2847960" y="4295520"/>
            <a:ext cx="3200760" cy="390960"/>
          </a:xfrm>
          <a:custGeom>
            <a:avLst/>
            <a:gdLst/>
            <a:ahLst/>
            <a:rect l="0" t="0" r="r" b="b"/>
            <a:pathLst>
              <a:path w="8891" h="1086">
                <a:moveTo>
                  <a:pt x="0" y="0"/>
                </a:moveTo>
                <a:lnTo>
                  <a:pt x="8891" y="0"/>
                </a:lnTo>
                <a:lnTo>
                  <a:pt x="889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6048360" y="4295520"/>
            <a:ext cx="5686560" cy="390960"/>
          </a:xfrm>
          <a:custGeom>
            <a:avLst/>
            <a:gdLst/>
            <a:ahLst/>
            <a:rect l="0" t="0" r="r" b="b"/>
            <a:pathLst>
              <a:path w="15796" h="1086">
                <a:moveTo>
                  <a:pt x="0" y="0"/>
                </a:moveTo>
                <a:lnTo>
                  <a:pt x="15796" y="0"/>
                </a:lnTo>
                <a:lnTo>
                  <a:pt x="1579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466560" y="4686120"/>
            <a:ext cx="2381760" cy="667080"/>
          </a:xfrm>
          <a:custGeom>
            <a:avLst/>
            <a:gdLst/>
            <a:ahLst/>
            <a:rect l="0" t="0" r="r" b="b"/>
            <a:pathLst>
              <a:path w="6616" h="1853">
                <a:moveTo>
                  <a:pt x="0" y="0"/>
                </a:moveTo>
                <a:lnTo>
                  <a:pt x="6616" y="0"/>
                </a:lnTo>
                <a:lnTo>
                  <a:pt x="661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2847960" y="4686120"/>
            <a:ext cx="3200760" cy="667080"/>
          </a:xfrm>
          <a:custGeom>
            <a:avLst/>
            <a:gdLst/>
            <a:ahLst/>
            <a:rect l="0" t="0" r="r" b="b"/>
            <a:pathLst>
              <a:path w="8891" h="1853">
                <a:moveTo>
                  <a:pt x="0" y="0"/>
                </a:moveTo>
                <a:lnTo>
                  <a:pt x="8891" y="0"/>
                </a:lnTo>
                <a:lnTo>
                  <a:pt x="8891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6048360" y="4686120"/>
            <a:ext cx="5686560" cy="667080"/>
          </a:xfrm>
          <a:custGeom>
            <a:avLst/>
            <a:gdLst/>
            <a:ahLst/>
            <a:rect l="0" t="0" r="r" b="b"/>
            <a:pathLst>
              <a:path w="15796" h="1853">
                <a:moveTo>
                  <a:pt x="0" y="0"/>
                </a:moveTo>
                <a:lnTo>
                  <a:pt x="15796" y="0"/>
                </a:lnTo>
                <a:lnTo>
                  <a:pt x="1579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466560" y="5352840"/>
            <a:ext cx="2381760" cy="657720"/>
          </a:xfrm>
          <a:custGeom>
            <a:avLst/>
            <a:gdLst/>
            <a:ahLst/>
            <a:rect l="0" t="0" r="r" b="b"/>
            <a:pathLst>
              <a:path w="6616" h="1827">
                <a:moveTo>
                  <a:pt x="0" y="0"/>
                </a:moveTo>
                <a:lnTo>
                  <a:pt x="6616" y="0"/>
                </a:lnTo>
                <a:lnTo>
                  <a:pt x="6616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2847960" y="5352840"/>
            <a:ext cx="3200760" cy="657720"/>
          </a:xfrm>
          <a:custGeom>
            <a:avLst/>
            <a:gdLst/>
            <a:ahLst/>
            <a:rect l="0" t="0" r="r" b="b"/>
            <a:pathLst>
              <a:path w="8891" h="1827">
                <a:moveTo>
                  <a:pt x="0" y="0"/>
                </a:moveTo>
                <a:lnTo>
                  <a:pt x="8891" y="0"/>
                </a:lnTo>
                <a:lnTo>
                  <a:pt x="8891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6048360" y="5352840"/>
            <a:ext cx="5686560" cy="657720"/>
          </a:xfrm>
          <a:custGeom>
            <a:avLst/>
            <a:gdLst/>
            <a:ahLst/>
            <a:rect l="0" t="0" r="r" b="b"/>
            <a:pathLst>
              <a:path w="15796" h="1827">
                <a:moveTo>
                  <a:pt x="0" y="0"/>
                </a:moveTo>
                <a:lnTo>
                  <a:pt x="15796" y="0"/>
                </a:lnTo>
                <a:lnTo>
                  <a:pt x="15796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466560" y="5352840"/>
            <a:ext cx="2381760" cy="657720"/>
          </a:xfrm>
          <a:custGeom>
            <a:avLst/>
            <a:gdLst/>
            <a:ahLst/>
            <a:rect l="0" t="0" r="r" b="b"/>
            <a:pathLst>
              <a:path w="6616" h="1827">
                <a:moveTo>
                  <a:pt x="0" y="0"/>
                </a:moveTo>
                <a:lnTo>
                  <a:pt x="6616" y="0"/>
                </a:lnTo>
                <a:lnTo>
                  <a:pt x="6616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2847960" y="5352840"/>
            <a:ext cx="3200760" cy="657720"/>
          </a:xfrm>
          <a:custGeom>
            <a:avLst/>
            <a:gdLst/>
            <a:ahLst/>
            <a:rect l="0" t="0" r="r" b="b"/>
            <a:pathLst>
              <a:path w="8891" h="1827">
                <a:moveTo>
                  <a:pt x="0" y="0"/>
                </a:moveTo>
                <a:lnTo>
                  <a:pt x="8891" y="0"/>
                </a:lnTo>
                <a:lnTo>
                  <a:pt x="8891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6048360" y="5352840"/>
            <a:ext cx="5686560" cy="657720"/>
          </a:xfrm>
          <a:custGeom>
            <a:avLst/>
            <a:gdLst/>
            <a:ahLst/>
            <a:rect l="0" t="0" r="r" b="b"/>
            <a:pathLst>
              <a:path w="15796" h="1827">
                <a:moveTo>
                  <a:pt x="0" y="0"/>
                </a:moveTo>
                <a:lnTo>
                  <a:pt x="15796" y="0"/>
                </a:lnTo>
                <a:lnTo>
                  <a:pt x="15796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456840" y="19620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456840" y="1962000"/>
            <a:ext cx="2391480" cy="9720"/>
          </a:xfrm>
          <a:custGeom>
            <a:avLst/>
            <a:gdLst/>
            <a:ahLst/>
            <a:rect l="0" t="0" r="r" b="b"/>
            <a:pathLst>
              <a:path w="6643" h="27">
                <a:moveTo>
                  <a:pt x="0" y="0"/>
                </a:moveTo>
                <a:lnTo>
                  <a:pt x="6643" y="0"/>
                </a:lnTo>
                <a:lnTo>
                  <a:pt x="6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2838240" y="19620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2847960" y="196200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6048360" y="19620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6057720" y="1962000"/>
            <a:ext cx="5677200" cy="9720"/>
          </a:xfrm>
          <a:custGeom>
            <a:avLst/>
            <a:gdLst/>
            <a:ahLst/>
            <a:rect l="0" t="0" r="r" b="b"/>
            <a:pathLst>
              <a:path w="15770" h="27">
                <a:moveTo>
                  <a:pt x="0" y="0"/>
                </a:moveTo>
                <a:lnTo>
                  <a:pt x="15770" y="0"/>
                </a:lnTo>
                <a:lnTo>
                  <a:pt x="157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11725200" y="19620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456840" y="2304720"/>
            <a:ext cx="2391480" cy="10080"/>
          </a:xfrm>
          <a:custGeom>
            <a:avLst/>
            <a:gdLst/>
            <a:ahLst/>
            <a:rect l="0" t="0" r="r" b="b"/>
            <a:pathLst>
              <a:path w="6643" h="28">
                <a:moveTo>
                  <a:pt x="0" y="0"/>
                </a:moveTo>
                <a:lnTo>
                  <a:pt x="6643" y="0"/>
                </a:lnTo>
                <a:lnTo>
                  <a:pt x="66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2847960" y="2304720"/>
            <a:ext cx="3210120" cy="10080"/>
          </a:xfrm>
          <a:custGeom>
            <a:avLst/>
            <a:gdLst/>
            <a:ahLst/>
            <a:rect l="0" t="0" r="r" b="b"/>
            <a:pathLst>
              <a:path w="8917" h="28">
                <a:moveTo>
                  <a:pt x="0" y="0"/>
                </a:moveTo>
                <a:lnTo>
                  <a:pt x="8917" y="0"/>
                </a:lnTo>
                <a:lnTo>
                  <a:pt x="8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6057720" y="2304720"/>
            <a:ext cx="5677200" cy="10080"/>
          </a:xfrm>
          <a:custGeom>
            <a:avLst/>
            <a:gdLst/>
            <a:ahLst/>
            <a:rect l="0" t="0" r="r" b="b"/>
            <a:pathLst>
              <a:path w="15770" h="28">
                <a:moveTo>
                  <a:pt x="0" y="0"/>
                </a:moveTo>
                <a:lnTo>
                  <a:pt x="15770" y="0"/>
                </a:lnTo>
                <a:lnTo>
                  <a:pt x="157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456840" y="2314440"/>
            <a:ext cx="10080" cy="657360"/>
          </a:xfrm>
          <a:custGeom>
            <a:avLst/>
            <a:gdLst/>
            <a:ahLst/>
            <a:rect l="0" t="0" r="r" b="b"/>
            <a:pathLst>
              <a:path w="28" h="1826">
                <a:moveTo>
                  <a:pt x="0" y="0"/>
                </a:moveTo>
                <a:lnTo>
                  <a:pt x="28" y="0"/>
                </a:lnTo>
                <a:lnTo>
                  <a:pt x="28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2838240" y="2314440"/>
            <a:ext cx="10080" cy="657360"/>
          </a:xfrm>
          <a:custGeom>
            <a:avLst/>
            <a:gdLst/>
            <a:ahLst/>
            <a:rect l="0" t="0" r="r" b="b"/>
            <a:pathLst>
              <a:path w="28" h="1826">
                <a:moveTo>
                  <a:pt x="0" y="0"/>
                </a:moveTo>
                <a:lnTo>
                  <a:pt x="28" y="0"/>
                </a:lnTo>
                <a:lnTo>
                  <a:pt x="28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6048360" y="2314440"/>
            <a:ext cx="9720" cy="657360"/>
          </a:xfrm>
          <a:custGeom>
            <a:avLst/>
            <a:gdLst/>
            <a:ahLst/>
            <a:rect l="0" t="0" r="r" b="b"/>
            <a:pathLst>
              <a:path w="27" h="1826">
                <a:moveTo>
                  <a:pt x="0" y="0"/>
                </a:moveTo>
                <a:lnTo>
                  <a:pt x="27" y="0"/>
                </a:lnTo>
                <a:lnTo>
                  <a:pt x="27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11725200" y="2314440"/>
            <a:ext cx="9720" cy="657360"/>
          </a:xfrm>
          <a:custGeom>
            <a:avLst/>
            <a:gdLst/>
            <a:ahLst/>
            <a:rect l="0" t="0" r="r" b="b"/>
            <a:pathLst>
              <a:path w="27" h="1826">
                <a:moveTo>
                  <a:pt x="0" y="0"/>
                </a:moveTo>
                <a:lnTo>
                  <a:pt x="27" y="0"/>
                </a:lnTo>
                <a:lnTo>
                  <a:pt x="27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456840" y="2971440"/>
            <a:ext cx="10080" cy="667440"/>
          </a:xfrm>
          <a:custGeom>
            <a:avLst/>
            <a:gdLst/>
            <a:ahLst/>
            <a:rect l="0" t="0" r="r" b="b"/>
            <a:pathLst>
              <a:path w="28" h="1854">
                <a:moveTo>
                  <a:pt x="0" y="0"/>
                </a:moveTo>
                <a:lnTo>
                  <a:pt x="28" y="0"/>
                </a:lnTo>
                <a:lnTo>
                  <a:pt x="28" y="1854"/>
                </a:lnTo>
                <a:lnTo>
                  <a:pt x="0" y="18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456840" y="2962080"/>
            <a:ext cx="2391480" cy="9720"/>
          </a:xfrm>
          <a:custGeom>
            <a:avLst/>
            <a:gdLst/>
            <a:ahLst/>
            <a:rect l="0" t="0" r="r" b="b"/>
            <a:pathLst>
              <a:path w="6643" h="27">
                <a:moveTo>
                  <a:pt x="0" y="0"/>
                </a:moveTo>
                <a:lnTo>
                  <a:pt x="6643" y="0"/>
                </a:lnTo>
                <a:lnTo>
                  <a:pt x="6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2838240" y="2971440"/>
            <a:ext cx="10080" cy="667440"/>
          </a:xfrm>
          <a:custGeom>
            <a:avLst/>
            <a:gdLst/>
            <a:ahLst/>
            <a:rect l="0" t="0" r="r" b="b"/>
            <a:pathLst>
              <a:path w="28" h="1854">
                <a:moveTo>
                  <a:pt x="0" y="0"/>
                </a:moveTo>
                <a:lnTo>
                  <a:pt x="28" y="0"/>
                </a:lnTo>
                <a:lnTo>
                  <a:pt x="28" y="1854"/>
                </a:lnTo>
                <a:lnTo>
                  <a:pt x="0" y="18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2847960" y="296208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6048360" y="2971440"/>
            <a:ext cx="9720" cy="667440"/>
          </a:xfrm>
          <a:custGeom>
            <a:avLst/>
            <a:gdLst/>
            <a:ahLst/>
            <a:rect l="0" t="0" r="r" b="b"/>
            <a:pathLst>
              <a:path w="27" h="1854">
                <a:moveTo>
                  <a:pt x="0" y="0"/>
                </a:moveTo>
                <a:lnTo>
                  <a:pt x="27" y="0"/>
                </a:lnTo>
                <a:lnTo>
                  <a:pt x="27" y="1854"/>
                </a:lnTo>
                <a:lnTo>
                  <a:pt x="0" y="18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6057720" y="2962080"/>
            <a:ext cx="5677200" cy="9720"/>
          </a:xfrm>
          <a:custGeom>
            <a:avLst/>
            <a:gdLst/>
            <a:ahLst/>
            <a:rect l="0" t="0" r="r" b="b"/>
            <a:pathLst>
              <a:path w="15770" h="27">
                <a:moveTo>
                  <a:pt x="0" y="0"/>
                </a:moveTo>
                <a:lnTo>
                  <a:pt x="15770" y="0"/>
                </a:lnTo>
                <a:lnTo>
                  <a:pt x="157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11725200" y="2971440"/>
            <a:ext cx="9720" cy="667440"/>
          </a:xfrm>
          <a:custGeom>
            <a:avLst/>
            <a:gdLst/>
            <a:ahLst/>
            <a:rect l="0" t="0" r="r" b="b"/>
            <a:pathLst>
              <a:path w="27" h="1854">
                <a:moveTo>
                  <a:pt x="0" y="0"/>
                </a:moveTo>
                <a:lnTo>
                  <a:pt x="27" y="0"/>
                </a:lnTo>
                <a:lnTo>
                  <a:pt x="27" y="1854"/>
                </a:lnTo>
                <a:lnTo>
                  <a:pt x="0" y="185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456840" y="3638520"/>
            <a:ext cx="10080" cy="657360"/>
          </a:xfrm>
          <a:custGeom>
            <a:avLst/>
            <a:gdLst/>
            <a:ahLst/>
            <a:rect l="0" t="0" r="r" b="b"/>
            <a:pathLst>
              <a:path w="28" h="1826">
                <a:moveTo>
                  <a:pt x="0" y="0"/>
                </a:moveTo>
                <a:lnTo>
                  <a:pt x="28" y="0"/>
                </a:lnTo>
                <a:lnTo>
                  <a:pt x="28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456840" y="3628800"/>
            <a:ext cx="2391480" cy="10080"/>
          </a:xfrm>
          <a:custGeom>
            <a:avLst/>
            <a:gdLst/>
            <a:ahLst/>
            <a:rect l="0" t="0" r="r" b="b"/>
            <a:pathLst>
              <a:path w="6643" h="28">
                <a:moveTo>
                  <a:pt x="0" y="0"/>
                </a:moveTo>
                <a:lnTo>
                  <a:pt x="6643" y="0"/>
                </a:lnTo>
                <a:lnTo>
                  <a:pt x="66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2838240" y="3638520"/>
            <a:ext cx="10080" cy="657360"/>
          </a:xfrm>
          <a:custGeom>
            <a:avLst/>
            <a:gdLst/>
            <a:ahLst/>
            <a:rect l="0" t="0" r="r" b="b"/>
            <a:pathLst>
              <a:path w="28" h="1826">
                <a:moveTo>
                  <a:pt x="0" y="0"/>
                </a:moveTo>
                <a:lnTo>
                  <a:pt x="28" y="0"/>
                </a:lnTo>
                <a:lnTo>
                  <a:pt x="28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2847960" y="3628800"/>
            <a:ext cx="3210120" cy="10080"/>
          </a:xfrm>
          <a:custGeom>
            <a:avLst/>
            <a:gdLst/>
            <a:ahLst/>
            <a:rect l="0" t="0" r="r" b="b"/>
            <a:pathLst>
              <a:path w="8917" h="28">
                <a:moveTo>
                  <a:pt x="0" y="0"/>
                </a:moveTo>
                <a:lnTo>
                  <a:pt x="8917" y="0"/>
                </a:lnTo>
                <a:lnTo>
                  <a:pt x="8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6048360" y="3638520"/>
            <a:ext cx="9720" cy="657360"/>
          </a:xfrm>
          <a:custGeom>
            <a:avLst/>
            <a:gdLst/>
            <a:ahLst/>
            <a:rect l="0" t="0" r="r" b="b"/>
            <a:pathLst>
              <a:path w="27" h="1826">
                <a:moveTo>
                  <a:pt x="0" y="0"/>
                </a:moveTo>
                <a:lnTo>
                  <a:pt x="27" y="0"/>
                </a:lnTo>
                <a:lnTo>
                  <a:pt x="27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6057720" y="3628800"/>
            <a:ext cx="5677200" cy="10080"/>
          </a:xfrm>
          <a:custGeom>
            <a:avLst/>
            <a:gdLst/>
            <a:ahLst/>
            <a:rect l="0" t="0" r="r" b="b"/>
            <a:pathLst>
              <a:path w="15770" h="28">
                <a:moveTo>
                  <a:pt x="0" y="0"/>
                </a:moveTo>
                <a:lnTo>
                  <a:pt x="15770" y="0"/>
                </a:lnTo>
                <a:lnTo>
                  <a:pt x="157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11725200" y="3638520"/>
            <a:ext cx="9720" cy="657360"/>
          </a:xfrm>
          <a:custGeom>
            <a:avLst/>
            <a:gdLst/>
            <a:ahLst/>
            <a:rect l="0" t="0" r="r" b="b"/>
            <a:pathLst>
              <a:path w="27" h="1826">
                <a:moveTo>
                  <a:pt x="0" y="0"/>
                </a:moveTo>
                <a:lnTo>
                  <a:pt x="27" y="0"/>
                </a:lnTo>
                <a:lnTo>
                  <a:pt x="27" y="1826"/>
                </a:lnTo>
                <a:lnTo>
                  <a:pt x="0" y="182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456840" y="42955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456840" y="4286160"/>
            <a:ext cx="2391480" cy="9720"/>
          </a:xfrm>
          <a:custGeom>
            <a:avLst/>
            <a:gdLst/>
            <a:ahLst/>
            <a:rect l="0" t="0" r="r" b="b"/>
            <a:pathLst>
              <a:path w="6643" h="27">
                <a:moveTo>
                  <a:pt x="0" y="0"/>
                </a:moveTo>
                <a:lnTo>
                  <a:pt x="6643" y="0"/>
                </a:lnTo>
                <a:lnTo>
                  <a:pt x="6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2838240" y="42955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2847960" y="428616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6048360" y="42955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6057720" y="4286160"/>
            <a:ext cx="5677200" cy="9720"/>
          </a:xfrm>
          <a:custGeom>
            <a:avLst/>
            <a:gdLst/>
            <a:ahLst/>
            <a:rect l="0" t="0" r="r" b="b"/>
            <a:pathLst>
              <a:path w="15770" h="27">
                <a:moveTo>
                  <a:pt x="0" y="0"/>
                </a:moveTo>
                <a:lnTo>
                  <a:pt x="15770" y="0"/>
                </a:lnTo>
                <a:lnTo>
                  <a:pt x="157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11725200" y="42955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456840" y="4695480"/>
            <a:ext cx="10080" cy="657720"/>
          </a:xfrm>
          <a:custGeom>
            <a:avLst/>
            <a:gdLst/>
            <a:ahLst/>
            <a:rect l="0" t="0" r="r" b="b"/>
            <a:pathLst>
              <a:path w="28" h="1827">
                <a:moveTo>
                  <a:pt x="0" y="0"/>
                </a:moveTo>
                <a:lnTo>
                  <a:pt x="28" y="0"/>
                </a:lnTo>
                <a:lnTo>
                  <a:pt x="28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456840" y="4686120"/>
            <a:ext cx="2391480" cy="9720"/>
          </a:xfrm>
          <a:custGeom>
            <a:avLst/>
            <a:gdLst/>
            <a:ahLst/>
            <a:rect l="0" t="0" r="r" b="b"/>
            <a:pathLst>
              <a:path w="6643" h="27">
                <a:moveTo>
                  <a:pt x="0" y="0"/>
                </a:moveTo>
                <a:lnTo>
                  <a:pt x="6643" y="0"/>
                </a:lnTo>
                <a:lnTo>
                  <a:pt x="6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2838240" y="4695480"/>
            <a:ext cx="10080" cy="657720"/>
          </a:xfrm>
          <a:custGeom>
            <a:avLst/>
            <a:gdLst/>
            <a:ahLst/>
            <a:rect l="0" t="0" r="r" b="b"/>
            <a:pathLst>
              <a:path w="28" h="1827">
                <a:moveTo>
                  <a:pt x="0" y="0"/>
                </a:moveTo>
                <a:lnTo>
                  <a:pt x="28" y="0"/>
                </a:lnTo>
                <a:lnTo>
                  <a:pt x="28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2847960" y="468612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6048360" y="4695480"/>
            <a:ext cx="9720" cy="657720"/>
          </a:xfrm>
          <a:custGeom>
            <a:avLst/>
            <a:gdLst/>
            <a:ahLst/>
            <a:rect l="0" t="0" r="r" b="b"/>
            <a:pathLst>
              <a:path w="27" h="1827">
                <a:moveTo>
                  <a:pt x="0" y="0"/>
                </a:moveTo>
                <a:lnTo>
                  <a:pt x="27" y="0"/>
                </a:lnTo>
                <a:lnTo>
                  <a:pt x="27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6057720" y="4686120"/>
            <a:ext cx="5677200" cy="9720"/>
          </a:xfrm>
          <a:custGeom>
            <a:avLst/>
            <a:gdLst/>
            <a:ahLst/>
            <a:rect l="0" t="0" r="r" b="b"/>
            <a:pathLst>
              <a:path w="15770" h="27">
                <a:moveTo>
                  <a:pt x="0" y="0"/>
                </a:moveTo>
                <a:lnTo>
                  <a:pt x="15770" y="0"/>
                </a:lnTo>
                <a:lnTo>
                  <a:pt x="157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11725200" y="4695480"/>
            <a:ext cx="9720" cy="657720"/>
          </a:xfrm>
          <a:custGeom>
            <a:avLst/>
            <a:gdLst/>
            <a:ahLst/>
            <a:rect l="0" t="0" r="r" b="b"/>
            <a:pathLst>
              <a:path w="27" h="1827">
                <a:moveTo>
                  <a:pt x="0" y="0"/>
                </a:moveTo>
                <a:lnTo>
                  <a:pt x="27" y="0"/>
                </a:lnTo>
                <a:lnTo>
                  <a:pt x="27" y="1827"/>
                </a:lnTo>
                <a:lnTo>
                  <a:pt x="0" y="18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456840" y="535284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28" y="0"/>
                </a:lnTo>
                <a:lnTo>
                  <a:pt x="28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456840" y="5343480"/>
            <a:ext cx="2391480" cy="9720"/>
          </a:xfrm>
          <a:custGeom>
            <a:avLst/>
            <a:gdLst/>
            <a:ahLst/>
            <a:rect l="0" t="0" r="r" b="b"/>
            <a:pathLst>
              <a:path w="6643" h="27">
                <a:moveTo>
                  <a:pt x="0" y="0"/>
                </a:moveTo>
                <a:lnTo>
                  <a:pt x="6643" y="0"/>
                </a:lnTo>
                <a:lnTo>
                  <a:pt x="6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2838240" y="535284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28" y="0"/>
                </a:lnTo>
                <a:lnTo>
                  <a:pt x="28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2847960" y="534348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6048360" y="535284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27" y="0"/>
                </a:lnTo>
                <a:lnTo>
                  <a:pt x="2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6057720" y="5343480"/>
            <a:ext cx="5677200" cy="9720"/>
          </a:xfrm>
          <a:custGeom>
            <a:avLst/>
            <a:gdLst/>
            <a:ahLst/>
            <a:rect l="0" t="0" r="r" b="b"/>
            <a:pathLst>
              <a:path w="15770" h="27">
                <a:moveTo>
                  <a:pt x="0" y="0"/>
                </a:moveTo>
                <a:lnTo>
                  <a:pt x="15770" y="0"/>
                </a:lnTo>
                <a:lnTo>
                  <a:pt x="157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11725200" y="535284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27" y="0"/>
                </a:lnTo>
                <a:lnTo>
                  <a:pt x="2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456840" y="6010200"/>
            <a:ext cx="2391480" cy="9720"/>
          </a:xfrm>
          <a:custGeom>
            <a:avLst/>
            <a:gdLst/>
            <a:ahLst/>
            <a:rect l="0" t="0" r="r" b="b"/>
            <a:pathLst>
              <a:path w="6643" h="27">
                <a:moveTo>
                  <a:pt x="0" y="0"/>
                </a:moveTo>
                <a:lnTo>
                  <a:pt x="6643" y="0"/>
                </a:lnTo>
                <a:lnTo>
                  <a:pt x="6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2847960" y="6010200"/>
            <a:ext cx="3210120" cy="9720"/>
          </a:xfrm>
          <a:custGeom>
            <a:avLst/>
            <a:gdLst/>
            <a:ahLst/>
            <a:rect l="0" t="0" r="r" b="b"/>
            <a:pathLst>
              <a:path w="8917" h="27">
                <a:moveTo>
                  <a:pt x="0" y="0"/>
                </a:moveTo>
                <a:lnTo>
                  <a:pt x="8917" y="0"/>
                </a:lnTo>
                <a:lnTo>
                  <a:pt x="8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6057720" y="6010200"/>
            <a:ext cx="5677200" cy="9720"/>
          </a:xfrm>
          <a:custGeom>
            <a:avLst/>
            <a:gdLst/>
            <a:ahLst/>
            <a:rect l="0" t="0" r="r" b="b"/>
            <a:pathLst>
              <a:path w="15770" h="27">
                <a:moveTo>
                  <a:pt x="0" y="0"/>
                </a:moveTo>
                <a:lnTo>
                  <a:pt x="15770" y="0"/>
                </a:lnTo>
                <a:lnTo>
                  <a:pt x="157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457200" y="865440"/>
            <a:ext cx="91220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Plugins Fisher esenciales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1374480" y="2052000"/>
            <a:ext cx="515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PLUGIN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4121640" y="2052000"/>
            <a:ext cx="601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FUNCIÓN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590400" y="2543040"/>
            <a:ext cx="848160" cy="209880"/>
          </a:xfrm>
          <a:custGeom>
            <a:avLst/>
            <a:gdLst/>
            <a:ahLst/>
            <a:rect l="0" t="0" r="r" b="b"/>
            <a:pathLst>
              <a:path w="2356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250" y="0"/>
                </a:lnTo>
                <a:cubicBezTo>
                  <a:pt x="2264" y="0"/>
                  <a:pt x="2277" y="3"/>
                  <a:pt x="2290" y="8"/>
                </a:cubicBezTo>
                <a:cubicBezTo>
                  <a:pt x="2303" y="13"/>
                  <a:pt x="2315" y="21"/>
                  <a:pt x="2325" y="31"/>
                </a:cubicBezTo>
                <a:cubicBezTo>
                  <a:pt x="2335" y="41"/>
                  <a:pt x="2342" y="52"/>
                  <a:pt x="2348" y="65"/>
                </a:cubicBezTo>
                <a:cubicBezTo>
                  <a:pt x="2353" y="78"/>
                  <a:pt x="2356" y="92"/>
                  <a:pt x="2356" y="106"/>
                </a:cubicBezTo>
                <a:lnTo>
                  <a:pt x="2356" y="477"/>
                </a:lnTo>
                <a:cubicBezTo>
                  <a:pt x="2356" y="491"/>
                  <a:pt x="2353" y="505"/>
                  <a:pt x="2348" y="518"/>
                </a:cubicBezTo>
                <a:cubicBezTo>
                  <a:pt x="2342" y="531"/>
                  <a:pt x="2335" y="542"/>
                  <a:pt x="2325" y="552"/>
                </a:cubicBezTo>
                <a:cubicBezTo>
                  <a:pt x="2315" y="562"/>
                  <a:pt x="2303" y="570"/>
                  <a:pt x="2290" y="575"/>
                </a:cubicBezTo>
                <a:cubicBezTo>
                  <a:pt x="2277" y="580"/>
                  <a:pt x="2264" y="583"/>
                  <a:pt x="2250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595080" y="2547720"/>
            <a:ext cx="838440" cy="200520"/>
          </a:xfrm>
          <a:custGeom>
            <a:avLst/>
            <a:gdLst/>
            <a:ahLst/>
            <a:rect l="0" t="0" r="r" b="b"/>
            <a:pathLst>
              <a:path w="2329" h="557">
                <a:moveTo>
                  <a:pt x="0" y="464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2237" y="0"/>
                </a:lnTo>
                <a:cubicBezTo>
                  <a:pt x="2249" y="0"/>
                  <a:pt x="2261" y="2"/>
                  <a:pt x="2272" y="7"/>
                </a:cubicBezTo>
                <a:cubicBezTo>
                  <a:pt x="2284" y="12"/>
                  <a:pt x="2294" y="19"/>
                  <a:pt x="2302" y="27"/>
                </a:cubicBezTo>
                <a:cubicBezTo>
                  <a:pt x="2311" y="36"/>
                  <a:pt x="2318" y="46"/>
                  <a:pt x="2322" y="57"/>
                </a:cubicBezTo>
                <a:cubicBezTo>
                  <a:pt x="2327" y="69"/>
                  <a:pt x="2329" y="80"/>
                  <a:pt x="2329" y="93"/>
                </a:cubicBezTo>
                <a:lnTo>
                  <a:pt x="2329" y="464"/>
                </a:lnTo>
                <a:cubicBezTo>
                  <a:pt x="2329" y="476"/>
                  <a:pt x="2327" y="488"/>
                  <a:pt x="2322" y="500"/>
                </a:cubicBezTo>
                <a:cubicBezTo>
                  <a:pt x="2318" y="511"/>
                  <a:pt x="2311" y="521"/>
                  <a:pt x="2302" y="530"/>
                </a:cubicBezTo>
                <a:cubicBezTo>
                  <a:pt x="2294" y="538"/>
                  <a:pt x="2284" y="545"/>
                  <a:pt x="2272" y="550"/>
                </a:cubicBezTo>
                <a:cubicBezTo>
                  <a:pt x="2261" y="554"/>
                  <a:pt x="2249" y="557"/>
                  <a:pt x="2237" y="557"/>
                </a:cubicBezTo>
                <a:lnTo>
                  <a:pt x="93" y="557"/>
                </a:lnTo>
                <a:cubicBezTo>
                  <a:pt x="80" y="557"/>
                  <a:pt x="69" y="554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9" y="521"/>
                  <a:pt x="12" y="511"/>
                  <a:pt x="7" y="500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8376480" y="2052000"/>
            <a:ext cx="945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DESCRIPCIÓN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647640" y="2558880"/>
            <a:ext cx="7322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edc/bass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2976120" y="2403000"/>
            <a:ext cx="2481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Ejecuta scripts Bash en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976120" y="2669760"/>
            <a:ext cx="432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Fish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590400" y="3200040"/>
            <a:ext cx="2038680" cy="210240"/>
          </a:xfrm>
          <a:custGeom>
            <a:avLst/>
            <a:gdLst/>
            <a:ahLst/>
            <a:rect l="0" t="0" r="r" b="b"/>
            <a:pathLst>
              <a:path w="5663" h="584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5557" y="0"/>
                </a:lnTo>
                <a:cubicBezTo>
                  <a:pt x="5571" y="0"/>
                  <a:pt x="5585" y="3"/>
                  <a:pt x="5598" y="9"/>
                </a:cubicBezTo>
                <a:cubicBezTo>
                  <a:pt x="5611" y="14"/>
                  <a:pt x="5622" y="22"/>
                  <a:pt x="5632" y="31"/>
                </a:cubicBezTo>
                <a:cubicBezTo>
                  <a:pt x="5642" y="41"/>
                  <a:pt x="5650" y="53"/>
                  <a:pt x="5655" y="66"/>
                </a:cubicBezTo>
                <a:cubicBezTo>
                  <a:pt x="5660" y="79"/>
                  <a:pt x="5663" y="92"/>
                  <a:pt x="5663" y="106"/>
                </a:cubicBezTo>
                <a:lnTo>
                  <a:pt x="5663" y="478"/>
                </a:lnTo>
                <a:cubicBezTo>
                  <a:pt x="5663" y="492"/>
                  <a:pt x="5660" y="505"/>
                  <a:pt x="5655" y="518"/>
                </a:cubicBezTo>
                <a:cubicBezTo>
                  <a:pt x="5650" y="531"/>
                  <a:pt x="5642" y="543"/>
                  <a:pt x="5632" y="553"/>
                </a:cubicBezTo>
                <a:cubicBezTo>
                  <a:pt x="5622" y="563"/>
                  <a:pt x="5611" y="570"/>
                  <a:pt x="5598" y="576"/>
                </a:cubicBezTo>
                <a:cubicBezTo>
                  <a:pt x="5585" y="581"/>
                  <a:pt x="5571" y="584"/>
                  <a:pt x="5557" y="584"/>
                </a:cubicBezTo>
                <a:lnTo>
                  <a:pt x="106" y="584"/>
                </a:lnTo>
                <a:cubicBezTo>
                  <a:pt x="92" y="584"/>
                  <a:pt x="78" y="581"/>
                  <a:pt x="65" y="576"/>
                </a:cubicBezTo>
                <a:cubicBezTo>
                  <a:pt x="52" y="570"/>
                  <a:pt x="41" y="563"/>
                  <a:pt x="31" y="553"/>
                </a:cubicBezTo>
                <a:cubicBezTo>
                  <a:pt x="21" y="543"/>
                  <a:pt x="13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595080" y="3205080"/>
            <a:ext cx="2029320" cy="200160"/>
          </a:xfrm>
          <a:custGeom>
            <a:avLst/>
            <a:gdLst/>
            <a:ahLst/>
            <a:rect l="0" t="0" r="r" b="b"/>
            <a:pathLst>
              <a:path w="5637" h="556">
                <a:moveTo>
                  <a:pt x="0" y="46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5544" y="0"/>
                </a:lnTo>
                <a:cubicBezTo>
                  <a:pt x="5556" y="0"/>
                  <a:pt x="5568" y="2"/>
                  <a:pt x="5580" y="7"/>
                </a:cubicBezTo>
                <a:cubicBezTo>
                  <a:pt x="5591" y="11"/>
                  <a:pt x="5601" y="18"/>
                  <a:pt x="5610" y="27"/>
                </a:cubicBezTo>
                <a:cubicBezTo>
                  <a:pt x="5618" y="36"/>
                  <a:pt x="5625" y="46"/>
                  <a:pt x="5630" y="57"/>
                </a:cubicBezTo>
                <a:cubicBezTo>
                  <a:pt x="5634" y="68"/>
                  <a:pt x="5637" y="80"/>
                  <a:pt x="5637" y="92"/>
                </a:cubicBezTo>
                <a:lnTo>
                  <a:pt x="5637" y="464"/>
                </a:lnTo>
                <a:cubicBezTo>
                  <a:pt x="5637" y="476"/>
                  <a:pt x="5634" y="488"/>
                  <a:pt x="5630" y="499"/>
                </a:cubicBezTo>
                <a:cubicBezTo>
                  <a:pt x="5625" y="511"/>
                  <a:pt x="5618" y="521"/>
                  <a:pt x="5610" y="529"/>
                </a:cubicBezTo>
                <a:cubicBezTo>
                  <a:pt x="5601" y="538"/>
                  <a:pt x="5591" y="545"/>
                  <a:pt x="5580" y="549"/>
                </a:cubicBezTo>
                <a:cubicBezTo>
                  <a:pt x="5568" y="554"/>
                  <a:pt x="5556" y="556"/>
                  <a:pt x="5544" y="556"/>
                </a:cubicBezTo>
                <a:lnTo>
                  <a:pt x="93" y="556"/>
                </a:lnTo>
                <a:cubicBezTo>
                  <a:pt x="80" y="556"/>
                  <a:pt x="69" y="554"/>
                  <a:pt x="57" y="549"/>
                </a:cubicBezTo>
                <a:cubicBezTo>
                  <a:pt x="46" y="545"/>
                  <a:pt x="36" y="538"/>
                  <a:pt x="27" y="529"/>
                </a:cubicBezTo>
                <a:cubicBezTo>
                  <a:pt x="19" y="521"/>
                  <a:pt x="12" y="511"/>
                  <a:pt x="7" y="499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6178320" y="2536560"/>
            <a:ext cx="52873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Permite usar herramientas CLI diseñadas para Bash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647640" y="3216240"/>
            <a:ext cx="19209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jorgebucaran/nvm.fish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2976120" y="3193560"/>
            <a:ext cx="2481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NVM nativo ultra-rápido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6178320" y="3060360"/>
            <a:ext cx="49644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Gestión de versiones Node.js sin ralentizar el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590400" y="3867120"/>
            <a:ext cx="1762560" cy="209880"/>
          </a:xfrm>
          <a:custGeom>
            <a:avLst/>
            <a:gdLst/>
            <a:ahLst/>
            <a:rect l="0" t="0" r="r" b="b"/>
            <a:pathLst>
              <a:path w="4896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790" y="0"/>
                </a:lnTo>
                <a:cubicBezTo>
                  <a:pt x="4804" y="0"/>
                  <a:pt x="4817" y="2"/>
                  <a:pt x="4830" y="8"/>
                </a:cubicBezTo>
                <a:cubicBezTo>
                  <a:pt x="4843" y="13"/>
                  <a:pt x="4855" y="21"/>
                  <a:pt x="4865" y="32"/>
                </a:cubicBezTo>
                <a:cubicBezTo>
                  <a:pt x="4875" y="42"/>
                  <a:pt x="4882" y="53"/>
                  <a:pt x="4888" y="66"/>
                </a:cubicBezTo>
                <a:cubicBezTo>
                  <a:pt x="4893" y="79"/>
                  <a:pt x="4896" y="92"/>
                  <a:pt x="4896" y="106"/>
                </a:cubicBezTo>
                <a:lnTo>
                  <a:pt x="4896" y="477"/>
                </a:lnTo>
                <a:cubicBezTo>
                  <a:pt x="4896" y="491"/>
                  <a:pt x="4893" y="504"/>
                  <a:pt x="4888" y="517"/>
                </a:cubicBezTo>
                <a:cubicBezTo>
                  <a:pt x="4882" y="530"/>
                  <a:pt x="4875" y="542"/>
                  <a:pt x="4865" y="552"/>
                </a:cubicBezTo>
                <a:cubicBezTo>
                  <a:pt x="4855" y="562"/>
                  <a:pt x="4843" y="569"/>
                  <a:pt x="4830" y="575"/>
                </a:cubicBezTo>
                <a:cubicBezTo>
                  <a:pt x="4817" y="580"/>
                  <a:pt x="4804" y="583"/>
                  <a:pt x="4790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69"/>
                  <a:pt x="41" y="562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595080" y="3871800"/>
            <a:ext cx="1752840" cy="200160"/>
          </a:xfrm>
          <a:custGeom>
            <a:avLst/>
            <a:gdLst/>
            <a:ahLst/>
            <a:rect l="0" t="0" r="r" b="b"/>
            <a:pathLst>
              <a:path w="4869" h="556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4777" y="0"/>
                </a:lnTo>
                <a:cubicBezTo>
                  <a:pt x="4789" y="0"/>
                  <a:pt x="4801" y="2"/>
                  <a:pt x="4812" y="7"/>
                </a:cubicBezTo>
                <a:cubicBezTo>
                  <a:pt x="4824" y="12"/>
                  <a:pt x="4834" y="18"/>
                  <a:pt x="4842" y="27"/>
                </a:cubicBezTo>
                <a:cubicBezTo>
                  <a:pt x="4851" y="36"/>
                  <a:pt x="4858" y="46"/>
                  <a:pt x="4862" y="57"/>
                </a:cubicBezTo>
                <a:cubicBezTo>
                  <a:pt x="4867" y="69"/>
                  <a:pt x="4869" y="81"/>
                  <a:pt x="4869" y="93"/>
                </a:cubicBezTo>
                <a:lnTo>
                  <a:pt x="4869" y="464"/>
                </a:lnTo>
                <a:cubicBezTo>
                  <a:pt x="4869" y="476"/>
                  <a:pt x="4867" y="488"/>
                  <a:pt x="4862" y="499"/>
                </a:cubicBezTo>
                <a:cubicBezTo>
                  <a:pt x="4858" y="511"/>
                  <a:pt x="4851" y="521"/>
                  <a:pt x="4842" y="529"/>
                </a:cubicBezTo>
                <a:cubicBezTo>
                  <a:pt x="4834" y="538"/>
                  <a:pt x="4824" y="545"/>
                  <a:pt x="4812" y="549"/>
                </a:cubicBezTo>
                <a:cubicBezTo>
                  <a:pt x="4801" y="554"/>
                  <a:pt x="4789" y="556"/>
                  <a:pt x="4777" y="556"/>
                </a:cubicBezTo>
                <a:lnTo>
                  <a:pt x="93" y="556"/>
                </a:lnTo>
                <a:cubicBezTo>
                  <a:pt x="80" y="556"/>
                  <a:pt x="69" y="554"/>
                  <a:pt x="57" y="549"/>
                </a:cubicBezTo>
                <a:cubicBezTo>
                  <a:pt x="46" y="545"/>
                  <a:pt x="36" y="538"/>
                  <a:pt x="27" y="529"/>
                </a:cubicBezTo>
                <a:cubicBezTo>
                  <a:pt x="19" y="521"/>
                  <a:pt x="12" y="511"/>
                  <a:pt x="7" y="499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6178320" y="3336480"/>
            <a:ext cx="5403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shell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647640" y="3882960"/>
            <a:ext cx="16466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patrickf1/fzf.fish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2976120" y="3727080"/>
            <a:ext cx="2481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Buscador difuso (Ctrl+R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2976120" y="3993840"/>
            <a:ext cx="7552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visual)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8658000" y="3733560"/>
            <a:ext cx="752760" cy="209880"/>
          </a:xfrm>
          <a:custGeom>
            <a:avLst/>
            <a:gdLst/>
            <a:ahLst/>
            <a:rect l="0" t="0" r="r" b="b"/>
            <a:pathLst>
              <a:path w="2091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984" y="0"/>
                </a:lnTo>
                <a:cubicBezTo>
                  <a:pt x="1999" y="0"/>
                  <a:pt x="2012" y="3"/>
                  <a:pt x="2025" y="8"/>
                </a:cubicBezTo>
                <a:cubicBezTo>
                  <a:pt x="2038" y="14"/>
                  <a:pt x="2049" y="21"/>
                  <a:pt x="2059" y="31"/>
                </a:cubicBezTo>
                <a:cubicBezTo>
                  <a:pt x="2069" y="41"/>
                  <a:pt x="2078" y="53"/>
                  <a:pt x="2083" y="65"/>
                </a:cubicBezTo>
                <a:cubicBezTo>
                  <a:pt x="2089" y="78"/>
                  <a:pt x="2091" y="92"/>
                  <a:pt x="2091" y="106"/>
                </a:cubicBezTo>
                <a:lnTo>
                  <a:pt x="2091" y="477"/>
                </a:lnTo>
                <a:cubicBezTo>
                  <a:pt x="2091" y="491"/>
                  <a:pt x="2089" y="505"/>
                  <a:pt x="2083" y="518"/>
                </a:cubicBezTo>
                <a:cubicBezTo>
                  <a:pt x="2078" y="531"/>
                  <a:pt x="2069" y="542"/>
                  <a:pt x="2059" y="552"/>
                </a:cubicBezTo>
                <a:cubicBezTo>
                  <a:pt x="2049" y="562"/>
                  <a:pt x="2038" y="570"/>
                  <a:pt x="2025" y="575"/>
                </a:cubicBezTo>
                <a:cubicBezTo>
                  <a:pt x="2012" y="581"/>
                  <a:pt x="1999" y="583"/>
                  <a:pt x="1984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4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8662680" y="3738240"/>
            <a:ext cx="743400" cy="200520"/>
          </a:xfrm>
          <a:custGeom>
            <a:avLst/>
            <a:gdLst/>
            <a:ahLst/>
            <a:rect l="0" t="0" r="r" b="b"/>
            <a:pathLst>
              <a:path w="2065" h="557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1972" y="0"/>
                </a:lnTo>
                <a:cubicBezTo>
                  <a:pt x="1985" y="0"/>
                  <a:pt x="1997" y="3"/>
                  <a:pt x="2008" y="7"/>
                </a:cubicBezTo>
                <a:cubicBezTo>
                  <a:pt x="2019" y="12"/>
                  <a:pt x="2029" y="19"/>
                  <a:pt x="2038" y="28"/>
                </a:cubicBezTo>
                <a:cubicBezTo>
                  <a:pt x="2047" y="36"/>
                  <a:pt x="2053" y="46"/>
                  <a:pt x="2058" y="58"/>
                </a:cubicBezTo>
                <a:cubicBezTo>
                  <a:pt x="2063" y="69"/>
                  <a:pt x="2065" y="81"/>
                  <a:pt x="2065" y="93"/>
                </a:cubicBezTo>
                <a:lnTo>
                  <a:pt x="2065" y="464"/>
                </a:lnTo>
                <a:cubicBezTo>
                  <a:pt x="2065" y="477"/>
                  <a:pt x="2063" y="489"/>
                  <a:pt x="2058" y="500"/>
                </a:cubicBezTo>
                <a:cubicBezTo>
                  <a:pt x="2053" y="511"/>
                  <a:pt x="2047" y="521"/>
                  <a:pt x="2038" y="530"/>
                </a:cubicBezTo>
                <a:cubicBezTo>
                  <a:pt x="2029" y="539"/>
                  <a:pt x="2019" y="545"/>
                  <a:pt x="2008" y="550"/>
                </a:cubicBezTo>
                <a:cubicBezTo>
                  <a:pt x="1997" y="555"/>
                  <a:pt x="1985" y="557"/>
                  <a:pt x="1972" y="557"/>
                </a:cubicBezTo>
                <a:lnTo>
                  <a:pt x="93" y="557"/>
                </a:lnTo>
                <a:cubicBezTo>
                  <a:pt x="81" y="557"/>
                  <a:pt x="69" y="555"/>
                  <a:pt x="58" y="550"/>
                </a:cubicBezTo>
                <a:cubicBezTo>
                  <a:pt x="46" y="545"/>
                  <a:pt x="36" y="539"/>
                  <a:pt x="27" y="530"/>
                </a:cubicBezTo>
                <a:cubicBezTo>
                  <a:pt x="19" y="521"/>
                  <a:pt x="12" y="511"/>
                  <a:pt x="7" y="500"/>
                </a:cubicBezTo>
                <a:cubicBezTo>
                  <a:pt x="3" y="489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6178320" y="3727080"/>
            <a:ext cx="2481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Reemplazo moderno para 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8713080" y="3749400"/>
            <a:ext cx="6408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history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9411120" y="3727080"/>
            <a:ext cx="21571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con vista previa de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590400" y="4390920"/>
            <a:ext cx="1209960" cy="209880"/>
          </a:xfrm>
          <a:custGeom>
            <a:avLst/>
            <a:gdLst/>
            <a:ahLst/>
            <a:rect l="0" t="0" r="r" b="b"/>
            <a:pathLst>
              <a:path w="3361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lnTo>
                  <a:pt x="3255" y="0"/>
                </a:lnTo>
                <a:cubicBezTo>
                  <a:pt x="3269" y="0"/>
                  <a:pt x="3283" y="2"/>
                  <a:pt x="3296" y="8"/>
                </a:cubicBezTo>
                <a:cubicBezTo>
                  <a:pt x="3309" y="13"/>
                  <a:pt x="3320" y="21"/>
                  <a:pt x="3330" y="31"/>
                </a:cubicBezTo>
                <a:cubicBezTo>
                  <a:pt x="3340" y="41"/>
                  <a:pt x="3348" y="52"/>
                  <a:pt x="3353" y="65"/>
                </a:cubicBezTo>
                <a:cubicBezTo>
                  <a:pt x="3358" y="78"/>
                  <a:pt x="3361" y="92"/>
                  <a:pt x="3361" y="106"/>
                </a:cubicBezTo>
                <a:lnTo>
                  <a:pt x="3361" y="477"/>
                </a:lnTo>
                <a:cubicBezTo>
                  <a:pt x="3361" y="491"/>
                  <a:pt x="3358" y="505"/>
                  <a:pt x="3353" y="518"/>
                </a:cubicBezTo>
                <a:cubicBezTo>
                  <a:pt x="3348" y="531"/>
                  <a:pt x="3340" y="542"/>
                  <a:pt x="3330" y="552"/>
                </a:cubicBezTo>
                <a:cubicBezTo>
                  <a:pt x="3320" y="562"/>
                  <a:pt x="3309" y="569"/>
                  <a:pt x="3296" y="575"/>
                </a:cubicBezTo>
                <a:cubicBezTo>
                  <a:pt x="3283" y="580"/>
                  <a:pt x="3269" y="583"/>
                  <a:pt x="3255" y="583"/>
                </a:cubicBezTo>
                <a:lnTo>
                  <a:pt x="107" y="583"/>
                </a:lnTo>
                <a:cubicBezTo>
                  <a:pt x="93" y="583"/>
                  <a:pt x="79" y="580"/>
                  <a:pt x="66" y="575"/>
                </a:cubicBezTo>
                <a:cubicBezTo>
                  <a:pt x="53" y="569"/>
                  <a:pt x="42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595080" y="4395600"/>
            <a:ext cx="1200600" cy="200520"/>
          </a:xfrm>
          <a:custGeom>
            <a:avLst/>
            <a:gdLst/>
            <a:ahLst/>
            <a:rect l="0" t="0" r="r" b="b"/>
            <a:pathLst>
              <a:path w="3335" h="557">
                <a:moveTo>
                  <a:pt x="0" y="464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20" y="36"/>
                  <a:pt x="28" y="27"/>
                </a:cubicBezTo>
                <a:cubicBezTo>
                  <a:pt x="37" y="18"/>
                  <a:pt x="47" y="12"/>
                  <a:pt x="58" y="7"/>
                </a:cubicBezTo>
                <a:cubicBezTo>
                  <a:pt x="70" y="2"/>
                  <a:pt x="81" y="0"/>
                  <a:pt x="94" y="0"/>
                </a:cubicBezTo>
                <a:lnTo>
                  <a:pt x="3242" y="0"/>
                </a:lnTo>
                <a:cubicBezTo>
                  <a:pt x="3255" y="0"/>
                  <a:pt x="3266" y="2"/>
                  <a:pt x="3278" y="7"/>
                </a:cubicBezTo>
                <a:cubicBezTo>
                  <a:pt x="3289" y="12"/>
                  <a:pt x="3299" y="18"/>
                  <a:pt x="3308" y="27"/>
                </a:cubicBezTo>
                <a:cubicBezTo>
                  <a:pt x="3316" y="36"/>
                  <a:pt x="3323" y="46"/>
                  <a:pt x="3328" y="57"/>
                </a:cubicBezTo>
                <a:cubicBezTo>
                  <a:pt x="3333" y="69"/>
                  <a:pt x="3335" y="80"/>
                  <a:pt x="3335" y="93"/>
                </a:cubicBezTo>
                <a:lnTo>
                  <a:pt x="3335" y="464"/>
                </a:lnTo>
                <a:cubicBezTo>
                  <a:pt x="3335" y="476"/>
                  <a:pt x="3333" y="488"/>
                  <a:pt x="3328" y="499"/>
                </a:cubicBezTo>
                <a:cubicBezTo>
                  <a:pt x="3323" y="511"/>
                  <a:pt x="3316" y="521"/>
                  <a:pt x="3308" y="530"/>
                </a:cubicBezTo>
                <a:cubicBezTo>
                  <a:pt x="3299" y="538"/>
                  <a:pt x="3289" y="545"/>
                  <a:pt x="3278" y="550"/>
                </a:cubicBezTo>
                <a:cubicBezTo>
                  <a:pt x="3266" y="554"/>
                  <a:pt x="3255" y="557"/>
                  <a:pt x="3242" y="557"/>
                </a:cubicBezTo>
                <a:lnTo>
                  <a:pt x="94" y="557"/>
                </a:lnTo>
                <a:cubicBezTo>
                  <a:pt x="81" y="557"/>
                  <a:pt x="70" y="554"/>
                  <a:pt x="58" y="550"/>
                </a:cubicBezTo>
                <a:cubicBezTo>
                  <a:pt x="47" y="545"/>
                  <a:pt x="37" y="538"/>
                  <a:pt x="28" y="530"/>
                </a:cubicBezTo>
                <a:cubicBezTo>
                  <a:pt x="20" y="521"/>
                  <a:pt x="12" y="511"/>
                  <a:pt x="7" y="499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6178320" y="3993840"/>
            <a:ext cx="8632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comandos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647640" y="4406760"/>
            <a:ext cx="1098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jethrokuan/z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2976120" y="4384440"/>
            <a:ext cx="29131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Salto a carpetas frecuentes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590400" y="4924080"/>
            <a:ext cx="1486080" cy="210240"/>
          </a:xfrm>
          <a:custGeom>
            <a:avLst/>
            <a:gdLst/>
            <a:ahLst/>
            <a:rect l="0" t="0" r="r" b="b"/>
            <a:pathLst>
              <a:path w="4128" h="584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9"/>
                </a:cubicBezTo>
                <a:cubicBezTo>
                  <a:pt x="4076" y="14"/>
                  <a:pt x="4087" y="22"/>
                  <a:pt x="4097" y="31"/>
                </a:cubicBezTo>
                <a:cubicBezTo>
                  <a:pt x="4107" y="41"/>
                  <a:pt x="4115" y="53"/>
                  <a:pt x="4120" y="66"/>
                </a:cubicBezTo>
                <a:cubicBezTo>
                  <a:pt x="4126" y="79"/>
                  <a:pt x="4128" y="92"/>
                  <a:pt x="4128" y="106"/>
                </a:cubicBezTo>
                <a:lnTo>
                  <a:pt x="4128" y="477"/>
                </a:lnTo>
                <a:cubicBezTo>
                  <a:pt x="4128" y="491"/>
                  <a:pt x="4126" y="504"/>
                  <a:pt x="4120" y="517"/>
                </a:cubicBezTo>
                <a:cubicBezTo>
                  <a:pt x="4115" y="530"/>
                  <a:pt x="4107" y="542"/>
                  <a:pt x="4097" y="552"/>
                </a:cubicBezTo>
                <a:cubicBezTo>
                  <a:pt x="4087" y="561"/>
                  <a:pt x="4076" y="569"/>
                  <a:pt x="4063" y="574"/>
                </a:cubicBezTo>
                <a:cubicBezTo>
                  <a:pt x="4050" y="580"/>
                  <a:pt x="4037" y="584"/>
                  <a:pt x="4023" y="584"/>
                </a:cubicBezTo>
                <a:lnTo>
                  <a:pt x="106" y="584"/>
                </a:lnTo>
                <a:cubicBezTo>
                  <a:pt x="92" y="584"/>
                  <a:pt x="78" y="580"/>
                  <a:pt x="65" y="574"/>
                </a:cubicBezTo>
                <a:cubicBezTo>
                  <a:pt x="52" y="569"/>
                  <a:pt x="41" y="561"/>
                  <a:pt x="31" y="552"/>
                </a:cubicBezTo>
                <a:cubicBezTo>
                  <a:pt x="21" y="542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595080" y="4929120"/>
            <a:ext cx="1476720" cy="200160"/>
          </a:xfrm>
          <a:custGeom>
            <a:avLst/>
            <a:gdLst/>
            <a:ahLst/>
            <a:rect l="0" t="0" r="r" b="b"/>
            <a:pathLst>
              <a:path w="4102" h="556">
                <a:moveTo>
                  <a:pt x="0" y="46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4010" y="0"/>
                </a:lnTo>
                <a:cubicBezTo>
                  <a:pt x="4022" y="0"/>
                  <a:pt x="4034" y="2"/>
                  <a:pt x="4045" y="7"/>
                </a:cubicBezTo>
                <a:cubicBezTo>
                  <a:pt x="4056" y="11"/>
                  <a:pt x="4066" y="18"/>
                  <a:pt x="4075" y="27"/>
                </a:cubicBezTo>
                <a:cubicBezTo>
                  <a:pt x="4084" y="35"/>
                  <a:pt x="4090" y="46"/>
                  <a:pt x="4095" y="57"/>
                </a:cubicBezTo>
                <a:cubicBezTo>
                  <a:pt x="4100" y="68"/>
                  <a:pt x="4102" y="80"/>
                  <a:pt x="4102" y="92"/>
                </a:cubicBezTo>
                <a:lnTo>
                  <a:pt x="4102" y="464"/>
                </a:lnTo>
                <a:cubicBezTo>
                  <a:pt x="4102" y="476"/>
                  <a:pt x="4100" y="488"/>
                  <a:pt x="4095" y="499"/>
                </a:cubicBezTo>
                <a:cubicBezTo>
                  <a:pt x="4090" y="510"/>
                  <a:pt x="4084" y="521"/>
                  <a:pt x="4075" y="529"/>
                </a:cubicBezTo>
                <a:cubicBezTo>
                  <a:pt x="4066" y="538"/>
                  <a:pt x="4056" y="545"/>
                  <a:pt x="4045" y="549"/>
                </a:cubicBezTo>
                <a:cubicBezTo>
                  <a:pt x="4034" y="554"/>
                  <a:pt x="4022" y="556"/>
                  <a:pt x="4010" y="556"/>
                </a:cubicBezTo>
                <a:lnTo>
                  <a:pt x="93" y="556"/>
                </a:lnTo>
                <a:cubicBezTo>
                  <a:pt x="80" y="556"/>
                  <a:pt x="69" y="554"/>
                  <a:pt x="57" y="549"/>
                </a:cubicBezTo>
                <a:cubicBezTo>
                  <a:pt x="46" y="545"/>
                  <a:pt x="36" y="538"/>
                  <a:pt x="27" y="529"/>
                </a:cubicBezTo>
                <a:cubicBezTo>
                  <a:pt x="19" y="521"/>
                  <a:pt x="12" y="510"/>
                  <a:pt x="7" y="499"/>
                </a:cubicBezTo>
                <a:cubicBezTo>
                  <a:pt x="2" y="488"/>
                  <a:pt x="0" y="476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6178320" y="4384440"/>
            <a:ext cx="43167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Navegación rápida basada en uso reciente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647640" y="4940280"/>
            <a:ext cx="13723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IlanCosman/tide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2976120" y="4917600"/>
            <a:ext cx="2589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Prompt asíncrono moderno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6178320" y="4784400"/>
            <a:ext cx="48560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Prompt personalizable con información de Git,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590400" y="5581440"/>
            <a:ext cx="2124360" cy="209880"/>
          </a:xfrm>
          <a:custGeom>
            <a:avLst/>
            <a:gdLst/>
            <a:ahLst/>
            <a:rect l="0" t="0" r="r" b="b"/>
            <a:pathLst>
              <a:path w="5901" h="583">
                <a:moveTo>
                  <a:pt x="0" y="47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95" y="0"/>
                </a:lnTo>
                <a:cubicBezTo>
                  <a:pt x="5809" y="0"/>
                  <a:pt x="5823" y="3"/>
                  <a:pt x="5836" y="8"/>
                </a:cubicBezTo>
                <a:cubicBezTo>
                  <a:pt x="5849" y="14"/>
                  <a:pt x="5860" y="21"/>
                  <a:pt x="5870" y="31"/>
                </a:cubicBezTo>
                <a:cubicBezTo>
                  <a:pt x="5880" y="41"/>
                  <a:pt x="5888" y="52"/>
                  <a:pt x="5893" y="65"/>
                </a:cubicBezTo>
                <a:cubicBezTo>
                  <a:pt x="5898" y="78"/>
                  <a:pt x="5901" y="92"/>
                  <a:pt x="5901" y="106"/>
                </a:cubicBezTo>
                <a:lnTo>
                  <a:pt x="5901" y="476"/>
                </a:lnTo>
                <a:cubicBezTo>
                  <a:pt x="5901" y="490"/>
                  <a:pt x="5898" y="505"/>
                  <a:pt x="5893" y="518"/>
                </a:cubicBezTo>
                <a:cubicBezTo>
                  <a:pt x="5888" y="531"/>
                  <a:pt x="5880" y="542"/>
                  <a:pt x="5870" y="552"/>
                </a:cubicBezTo>
                <a:cubicBezTo>
                  <a:pt x="5860" y="562"/>
                  <a:pt x="5849" y="570"/>
                  <a:pt x="5836" y="575"/>
                </a:cubicBezTo>
                <a:cubicBezTo>
                  <a:pt x="5823" y="580"/>
                  <a:pt x="5809" y="583"/>
                  <a:pt x="5795" y="583"/>
                </a:cubicBezTo>
                <a:lnTo>
                  <a:pt x="106" y="583"/>
                </a:lnTo>
                <a:cubicBezTo>
                  <a:pt x="92" y="583"/>
                  <a:pt x="78" y="580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0"/>
                  <a:pt x="0" y="476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595080" y="5586120"/>
            <a:ext cx="2115000" cy="200520"/>
          </a:xfrm>
          <a:custGeom>
            <a:avLst/>
            <a:gdLst/>
            <a:ahLst/>
            <a:rect l="0" t="0" r="r" b="b"/>
            <a:pathLst>
              <a:path w="5875" h="557">
                <a:moveTo>
                  <a:pt x="0" y="464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0" y="0"/>
                  <a:pt x="93" y="0"/>
                </a:cubicBezTo>
                <a:lnTo>
                  <a:pt x="5782" y="0"/>
                </a:lnTo>
                <a:cubicBezTo>
                  <a:pt x="5795" y="0"/>
                  <a:pt x="5806" y="3"/>
                  <a:pt x="5818" y="7"/>
                </a:cubicBezTo>
                <a:cubicBezTo>
                  <a:pt x="5829" y="12"/>
                  <a:pt x="5839" y="19"/>
                  <a:pt x="5848" y="27"/>
                </a:cubicBezTo>
                <a:cubicBezTo>
                  <a:pt x="5856" y="36"/>
                  <a:pt x="5863" y="46"/>
                  <a:pt x="5868" y="57"/>
                </a:cubicBezTo>
                <a:cubicBezTo>
                  <a:pt x="5873" y="69"/>
                  <a:pt x="5875" y="81"/>
                  <a:pt x="5875" y="93"/>
                </a:cubicBezTo>
                <a:lnTo>
                  <a:pt x="5875" y="464"/>
                </a:lnTo>
                <a:cubicBezTo>
                  <a:pt x="5875" y="477"/>
                  <a:pt x="5873" y="488"/>
                  <a:pt x="5868" y="500"/>
                </a:cubicBezTo>
                <a:cubicBezTo>
                  <a:pt x="5863" y="511"/>
                  <a:pt x="5856" y="521"/>
                  <a:pt x="5848" y="530"/>
                </a:cubicBezTo>
                <a:cubicBezTo>
                  <a:pt x="5839" y="538"/>
                  <a:pt x="5829" y="545"/>
                  <a:pt x="5818" y="550"/>
                </a:cubicBezTo>
                <a:cubicBezTo>
                  <a:pt x="5806" y="555"/>
                  <a:pt x="5795" y="557"/>
                  <a:pt x="5782" y="557"/>
                </a:cubicBezTo>
                <a:lnTo>
                  <a:pt x="93" y="557"/>
                </a:lnTo>
                <a:cubicBezTo>
                  <a:pt x="80" y="557"/>
                  <a:pt x="69" y="555"/>
                  <a:pt x="57" y="550"/>
                </a:cubicBezTo>
                <a:cubicBezTo>
                  <a:pt x="46" y="545"/>
                  <a:pt x="36" y="538"/>
                  <a:pt x="27" y="530"/>
                </a:cubicBezTo>
                <a:cubicBezTo>
                  <a:pt x="19" y="521"/>
                  <a:pt x="12" y="511"/>
                  <a:pt x="7" y="500"/>
                </a:cubicBezTo>
                <a:cubicBezTo>
                  <a:pt x="2" y="488"/>
                  <a:pt x="0" y="477"/>
                  <a:pt x="0" y="46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6178320" y="5051160"/>
            <a:ext cx="12945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tiempo, etc.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647640" y="5597280"/>
            <a:ext cx="20124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franciscolourenco/done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2976120" y="5441760"/>
            <a:ext cx="2589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Notificación de comandos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2976120" y="5708160"/>
            <a:ext cx="6469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largos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6178320" y="5441760"/>
            <a:ext cx="53956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Notifica al terminar comandos que tardan más de 10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6178320" y="5708160"/>
            <a:ext cx="8632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segundos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461880" y="3624120"/>
            <a:ext cx="5515200" cy="981360"/>
          </a:xfrm>
          <a:custGeom>
            <a:avLst/>
            <a:gdLst/>
            <a:ahLst/>
            <a:rect l="0" t="0" r="r" b="b"/>
            <a:pathLst>
              <a:path w="15320" h="2726">
                <a:moveTo>
                  <a:pt x="0" y="252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4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3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60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2528"/>
                </a:lnTo>
                <a:cubicBezTo>
                  <a:pt x="15320" y="2541"/>
                  <a:pt x="15319" y="2554"/>
                  <a:pt x="15316" y="2566"/>
                </a:cubicBezTo>
                <a:cubicBezTo>
                  <a:pt x="15314" y="2579"/>
                  <a:pt x="15310" y="2592"/>
                  <a:pt x="15305" y="2604"/>
                </a:cubicBezTo>
                <a:cubicBezTo>
                  <a:pt x="15300" y="2616"/>
                  <a:pt x="15294" y="2627"/>
                  <a:pt x="15287" y="2638"/>
                </a:cubicBezTo>
                <a:cubicBezTo>
                  <a:pt x="15279" y="2649"/>
                  <a:pt x="15271" y="2659"/>
                  <a:pt x="15262" y="2668"/>
                </a:cubicBezTo>
                <a:cubicBezTo>
                  <a:pt x="15253" y="2677"/>
                  <a:pt x="15243" y="2685"/>
                  <a:pt x="15232" y="2693"/>
                </a:cubicBezTo>
                <a:cubicBezTo>
                  <a:pt x="15221" y="2700"/>
                  <a:pt x="15210" y="2706"/>
                  <a:pt x="15198" y="2711"/>
                </a:cubicBezTo>
                <a:cubicBezTo>
                  <a:pt x="15186" y="2716"/>
                  <a:pt x="15173" y="2720"/>
                  <a:pt x="15160" y="2722"/>
                </a:cubicBezTo>
                <a:cubicBezTo>
                  <a:pt x="15148" y="2725"/>
                  <a:pt x="15135" y="2726"/>
                  <a:pt x="15122" y="2726"/>
                </a:cubicBezTo>
                <a:lnTo>
                  <a:pt x="198" y="2726"/>
                </a:lnTo>
                <a:cubicBezTo>
                  <a:pt x="185" y="2726"/>
                  <a:pt x="172" y="2725"/>
                  <a:pt x="159" y="2722"/>
                </a:cubicBezTo>
                <a:cubicBezTo>
                  <a:pt x="147" y="2720"/>
                  <a:pt x="134" y="2716"/>
                  <a:pt x="122" y="2711"/>
                </a:cubicBezTo>
                <a:cubicBezTo>
                  <a:pt x="110" y="2706"/>
                  <a:pt x="99" y="2700"/>
                  <a:pt x="88" y="2693"/>
                </a:cubicBezTo>
                <a:cubicBezTo>
                  <a:pt x="77" y="2685"/>
                  <a:pt x="67" y="2677"/>
                  <a:pt x="58" y="2668"/>
                </a:cubicBezTo>
                <a:cubicBezTo>
                  <a:pt x="49" y="2659"/>
                  <a:pt x="40" y="2649"/>
                  <a:pt x="33" y="2638"/>
                </a:cubicBezTo>
                <a:cubicBezTo>
                  <a:pt x="26" y="2627"/>
                  <a:pt x="20" y="2616"/>
                  <a:pt x="15" y="2604"/>
                </a:cubicBezTo>
                <a:cubicBezTo>
                  <a:pt x="10" y="2592"/>
                  <a:pt x="6" y="2579"/>
                  <a:pt x="4" y="2566"/>
                </a:cubicBezTo>
                <a:cubicBezTo>
                  <a:pt x="1" y="2554"/>
                  <a:pt x="0" y="2541"/>
                  <a:pt x="0" y="2528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461880" y="3624120"/>
            <a:ext cx="5515200" cy="981360"/>
          </a:xfrm>
          <a:custGeom>
            <a:avLst/>
            <a:gdLst/>
            <a:ahLst/>
            <a:rect l="0" t="0" r="r" b="b"/>
            <a:pathLst>
              <a:path w="15320" h="2726">
                <a:moveTo>
                  <a:pt x="0" y="252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0" y="4"/>
                </a:cubicBezTo>
                <a:cubicBezTo>
                  <a:pt x="15173" y="6"/>
                  <a:pt x="15186" y="10"/>
                  <a:pt x="15198" y="15"/>
                </a:cubicBezTo>
                <a:cubicBezTo>
                  <a:pt x="15210" y="20"/>
                  <a:pt x="15221" y="26"/>
                  <a:pt x="15232" y="33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1" y="67"/>
                  <a:pt x="15279" y="77"/>
                  <a:pt x="15287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60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2528"/>
                </a:lnTo>
                <a:cubicBezTo>
                  <a:pt x="15320" y="2541"/>
                  <a:pt x="15319" y="2554"/>
                  <a:pt x="15316" y="2566"/>
                </a:cubicBezTo>
                <a:cubicBezTo>
                  <a:pt x="15314" y="2579"/>
                  <a:pt x="15310" y="2592"/>
                  <a:pt x="15305" y="2604"/>
                </a:cubicBezTo>
                <a:cubicBezTo>
                  <a:pt x="15300" y="2616"/>
                  <a:pt x="15294" y="2627"/>
                  <a:pt x="15287" y="2638"/>
                </a:cubicBezTo>
                <a:cubicBezTo>
                  <a:pt x="15279" y="2649"/>
                  <a:pt x="15271" y="2659"/>
                  <a:pt x="15262" y="2668"/>
                </a:cubicBezTo>
                <a:cubicBezTo>
                  <a:pt x="15253" y="2677"/>
                  <a:pt x="15243" y="2685"/>
                  <a:pt x="15232" y="2693"/>
                </a:cubicBezTo>
                <a:cubicBezTo>
                  <a:pt x="15221" y="2700"/>
                  <a:pt x="15210" y="2706"/>
                  <a:pt x="15198" y="2711"/>
                </a:cubicBezTo>
                <a:cubicBezTo>
                  <a:pt x="15186" y="2716"/>
                  <a:pt x="15173" y="2720"/>
                  <a:pt x="15160" y="2722"/>
                </a:cubicBezTo>
                <a:cubicBezTo>
                  <a:pt x="15148" y="2725"/>
                  <a:pt x="15135" y="2726"/>
                  <a:pt x="15122" y="2726"/>
                </a:cubicBezTo>
                <a:lnTo>
                  <a:pt x="198" y="2726"/>
                </a:lnTo>
                <a:cubicBezTo>
                  <a:pt x="185" y="2726"/>
                  <a:pt x="172" y="2725"/>
                  <a:pt x="159" y="2722"/>
                </a:cubicBezTo>
                <a:cubicBezTo>
                  <a:pt x="147" y="2720"/>
                  <a:pt x="134" y="2716"/>
                  <a:pt x="122" y="2711"/>
                </a:cubicBezTo>
                <a:cubicBezTo>
                  <a:pt x="110" y="2706"/>
                  <a:pt x="99" y="2700"/>
                  <a:pt x="88" y="2693"/>
                </a:cubicBezTo>
                <a:cubicBezTo>
                  <a:pt x="77" y="2685"/>
                  <a:pt x="67" y="2677"/>
                  <a:pt x="58" y="2668"/>
                </a:cubicBezTo>
                <a:cubicBezTo>
                  <a:pt x="49" y="2659"/>
                  <a:pt x="40" y="2649"/>
                  <a:pt x="33" y="2638"/>
                </a:cubicBezTo>
                <a:cubicBezTo>
                  <a:pt x="26" y="2627"/>
                  <a:pt x="20" y="2616"/>
                  <a:pt x="15" y="2604"/>
                </a:cubicBezTo>
                <a:cubicBezTo>
                  <a:pt x="10" y="2592"/>
                  <a:pt x="6" y="2579"/>
                  <a:pt x="4" y="2566"/>
                </a:cubicBezTo>
                <a:cubicBezTo>
                  <a:pt x="1" y="2554"/>
                  <a:pt x="0" y="2541"/>
                  <a:pt x="0" y="2528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457200" y="1798920"/>
            <a:ext cx="105818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Instalación rápida de plugins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457200" y="3132360"/>
            <a:ext cx="21524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60a5fa"/>
                </a:solidFill>
                <a:latin typeface="Courier New"/>
                <a:ea typeface="Courier New"/>
              </a:rPr>
              <a:t>Fish (Fisher)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619200" y="3863520"/>
            <a:ext cx="2440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fisher install edc/bass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6215040" y="3624120"/>
            <a:ext cx="5515200" cy="1305360"/>
          </a:xfrm>
          <a:custGeom>
            <a:avLst/>
            <a:gdLst/>
            <a:ahLst/>
            <a:rect l="0" t="0" r="r" b="b"/>
            <a:pathLst>
              <a:path w="15320" h="3626">
                <a:moveTo>
                  <a:pt x="0" y="3427"/>
                </a:moveTo>
                <a:lnTo>
                  <a:pt x="0" y="198"/>
                </a:lnTo>
                <a:cubicBezTo>
                  <a:pt x="0" y="185"/>
                  <a:pt x="1" y="172"/>
                  <a:pt x="3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4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3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60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3427"/>
                </a:lnTo>
                <a:cubicBezTo>
                  <a:pt x="15320" y="3440"/>
                  <a:pt x="15319" y="3453"/>
                  <a:pt x="15316" y="3466"/>
                </a:cubicBezTo>
                <a:cubicBezTo>
                  <a:pt x="15314" y="3479"/>
                  <a:pt x="15310" y="3491"/>
                  <a:pt x="15305" y="3503"/>
                </a:cubicBezTo>
                <a:cubicBezTo>
                  <a:pt x="15300" y="3515"/>
                  <a:pt x="15294" y="3527"/>
                  <a:pt x="15286" y="3537"/>
                </a:cubicBezTo>
                <a:cubicBezTo>
                  <a:pt x="15279" y="3548"/>
                  <a:pt x="15271" y="3558"/>
                  <a:pt x="15262" y="3568"/>
                </a:cubicBezTo>
                <a:cubicBezTo>
                  <a:pt x="15253" y="3577"/>
                  <a:pt x="15243" y="3585"/>
                  <a:pt x="15232" y="3592"/>
                </a:cubicBezTo>
                <a:cubicBezTo>
                  <a:pt x="15221" y="3599"/>
                  <a:pt x="15209" y="3606"/>
                  <a:pt x="15197" y="3611"/>
                </a:cubicBezTo>
                <a:cubicBezTo>
                  <a:pt x="15185" y="3616"/>
                  <a:pt x="15173" y="3619"/>
                  <a:pt x="15160" y="3622"/>
                </a:cubicBezTo>
                <a:cubicBezTo>
                  <a:pt x="15147" y="3624"/>
                  <a:pt x="15135" y="3626"/>
                  <a:pt x="15121" y="3626"/>
                </a:cubicBezTo>
                <a:lnTo>
                  <a:pt x="198" y="3626"/>
                </a:lnTo>
                <a:cubicBezTo>
                  <a:pt x="185" y="3626"/>
                  <a:pt x="172" y="3624"/>
                  <a:pt x="159" y="3622"/>
                </a:cubicBezTo>
                <a:cubicBezTo>
                  <a:pt x="147" y="3619"/>
                  <a:pt x="134" y="3616"/>
                  <a:pt x="122" y="3611"/>
                </a:cubicBezTo>
                <a:cubicBezTo>
                  <a:pt x="110" y="3606"/>
                  <a:pt x="99" y="3599"/>
                  <a:pt x="88" y="3592"/>
                </a:cubicBezTo>
                <a:cubicBezTo>
                  <a:pt x="77" y="3585"/>
                  <a:pt x="67" y="3577"/>
                  <a:pt x="58" y="3568"/>
                </a:cubicBezTo>
                <a:cubicBezTo>
                  <a:pt x="48" y="3558"/>
                  <a:pt x="40" y="3548"/>
                  <a:pt x="33" y="3537"/>
                </a:cubicBezTo>
                <a:cubicBezTo>
                  <a:pt x="26" y="3527"/>
                  <a:pt x="20" y="3515"/>
                  <a:pt x="15" y="3503"/>
                </a:cubicBezTo>
                <a:cubicBezTo>
                  <a:pt x="10" y="3491"/>
                  <a:pt x="6" y="3479"/>
                  <a:pt x="3" y="3466"/>
                </a:cubicBezTo>
                <a:cubicBezTo>
                  <a:pt x="1" y="3453"/>
                  <a:pt x="0" y="3440"/>
                  <a:pt x="0" y="342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6215040" y="3624120"/>
            <a:ext cx="5515200" cy="1305360"/>
          </a:xfrm>
          <a:custGeom>
            <a:avLst/>
            <a:gdLst/>
            <a:ahLst/>
            <a:rect l="0" t="0" r="r" b="b"/>
            <a:pathLst>
              <a:path w="15320" h="3626">
                <a:moveTo>
                  <a:pt x="0" y="3427"/>
                </a:moveTo>
                <a:lnTo>
                  <a:pt x="0" y="198"/>
                </a:lnTo>
                <a:cubicBezTo>
                  <a:pt x="0" y="185"/>
                  <a:pt x="1" y="172"/>
                  <a:pt x="3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8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121" y="0"/>
                </a:lnTo>
                <a:cubicBezTo>
                  <a:pt x="15135" y="0"/>
                  <a:pt x="15147" y="1"/>
                  <a:pt x="15160" y="4"/>
                </a:cubicBezTo>
                <a:cubicBezTo>
                  <a:pt x="15173" y="6"/>
                  <a:pt x="15185" y="10"/>
                  <a:pt x="15197" y="15"/>
                </a:cubicBezTo>
                <a:cubicBezTo>
                  <a:pt x="15209" y="20"/>
                  <a:pt x="15221" y="26"/>
                  <a:pt x="15232" y="33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1" y="67"/>
                  <a:pt x="15279" y="77"/>
                  <a:pt x="15286" y="88"/>
                </a:cubicBezTo>
                <a:cubicBezTo>
                  <a:pt x="15294" y="99"/>
                  <a:pt x="15300" y="110"/>
                  <a:pt x="15305" y="122"/>
                </a:cubicBezTo>
                <a:cubicBezTo>
                  <a:pt x="15310" y="134"/>
                  <a:pt x="15314" y="147"/>
                  <a:pt x="15316" y="160"/>
                </a:cubicBezTo>
                <a:cubicBezTo>
                  <a:pt x="15319" y="172"/>
                  <a:pt x="15320" y="185"/>
                  <a:pt x="15320" y="198"/>
                </a:cubicBezTo>
                <a:lnTo>
                  <a:pt x="15320" y="3427"/>
                </a:lnTo>
                <a:cubicBezTo>
                  <a:pt x="15320" y="3440"/>
                  <a:pt x="15319" y="3453"/>
                  <a:pt x="15316" y="3466"/>
                </a:cubicBezTo>
                <a:cubicBezTo>
                  <a:pt x="15314" y="3479"/>
                  <a:pt x="15310" y="3491"/>
                  <a:pt x="15305" y="3503"/>
                </a:cubicBezTo>
                <a:cubicBezTo>
                  <a:pt x="15300" y="3515"/>
                  <a:pt x="15294" y="3527"/>
                  <a:pt x="15286" y="3537"/>
                </a:cubicBezTo>
                <a:cubicBezTo>
                  <a:pt x="15279" y="3548"/>
                  <a:pt x="15271" y="3558"/>
                  <a:pt x="15262" y="3568"/>
                </a:cubicBezTo>
                <a:cubicBezTo>
                  <a:pt x="15253" y="3577"/>
                  <a:pt x="15243" y="3585"/>
                  <a:pt x="15232" y="3592"/>
                </a:cubicBezTo>
                <a:cubicBezTo>
                  <a:pt x="15221" y="3599"/>
                  <a:pt x="15209" y="3606"/>
                  <a:pt x="15197" y="3611"/>
                </a:cubicBezTo>
                <a:cubicBezTo>
                  <a:pt x="15185" y="3616"/>
                  <a:pt x="15173" y="3619"/>
                  <a:pt x="15160" y="3622"/>
                </a:cubicBezTo>
                <a:cubicBezTo>
                  <a:pt x="15147" y="3624"/>
                  <a:pt x="15135" y="3626"/>
                  <a:pt x="15121" y="3626"/>
                </a:cubicBezTo>
                <a:lnTo>
                  <a:pt x="198" y="3626"/>
                </a:lnTo>
                <a:cubicBezTo>
                  <a:pt x="185" y="3626"/>
                  <a:pt x="172" y="3624"/>
                  <a:pt x="159" y="3622"/>
                </a:cubicBezTo>
                <a:cubicBezTo>
                  <a:pt x="147" y="3619"/>
                  <a:pt x="134" y="3616"/>
                  <a:pt x="122" y="3611"/>
                </a:cubicBezTo>
                <a:cubicBezTo>
                  <a:pt x="110" y="3606"/>
                  <a:pt x="99" y="3599"/>
                  <a:pt x="88" y="3592"/>
                </a:cubicBezTo>
                <a:cubicBezTo>
                  <a:pt x="77" y="3585"/>
                  <a:pt x="67" y="3577"/>
                  <a:pt x="58" y="3568"/>
                </a:cubicBezTo>
                <a:cubicBezTo>
                  <a:pt x="48" y="3558"/>
                  <a:pt x="40" y="3548"/>
                  <a:pt x="33" y="3537"/>
                </a:cubicBezTo>
                <a:cubicBezTo>
                  <a:pt x="26" y="3527"/>
                  <a:pt x="20" y="3515"/>
                  <a:pt x="15" y="3503"/>
                </a:cubicBezTo>
                <a:cubicBezTo>
                  <a:pt x="10" y="3491"/>
                  <a:pt x="6" y="3479"/>
                  <a:pt x="3" y="3466"/>
                </a:cubicBezTo>
                <a:cubicBezTo>
                  <a:pt x="1" y="3453"/>
                  <a:pt x="0" y="3440"/>
                  <a:pt x="0" y="342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619200" y="4196880"/>
            <a:ext cx="3501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fisher install patrickf1/fzf.fish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6210360" y="3132360"/>
            <a:ext cx="248328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2dd4bf"/>
                </a:solidFill>
                <a:latin typeface="Courier New"/>
                <a:ea typeface="Courier New"/>
              </a:rPr>
              <a:t>Zsh (Oh My Zsh)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6372360" y="3863520"/>
            <a:ext cx="1378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59636e"/>
                </a:solidFill>
                <a:latin typeface="Courier New"/>
                <a:ea typeface="Courier New"/>
              </a:rPr>
              <a:t># En ~/.zshrc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6372360" y="4196880"/>
            <a:ext cx="1803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plugins=(git fzf)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6372360" y="4520520"/>
            <a:ext cx="2542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source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0550ae"/>
                </a:solidFill>
                <a:latin typeface="Courier New"/>
                <a:ea typeface="Courier New"/>
              </a:rPr>
              <a:t>$ZSH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/oh-my-zsh.sh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33" name="" descr=""/>
          <p:cNvPicPr/>
          <p:nvPr/>
        </p:nvPicPr>
        <p:blipFill>
          <a:blip r:embed="rId1"/>
          <a:stretch/>
        </p:blipFill>
        <p:spPr>
          <a:xfrm>
            <a:off x="2533680" y="1762200"/>
            <a:ext cx="7124400" cy="4457160"/>
          </a:xfrm>
          <a:prstGeom prst="rect">
            <a:avLst/>
          </a:prstGeom>
          <a:ln w="0">
            <a:noFill/>
          </a:ln>
        </p:spPr>
      </p:pic>
      <p:sp>
        <p:nvSpPr>
          <p:cNvPr id="934" name=""/>
          <p:cNvSpPr txBox="1"/>
          <p:nvPr/>
        </p:nvSpPr>
        <p:spPr>
          <a:xfrm>
            <a:off x="457200" y="665280"/>
            <a:ext cx="729756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fzf: Buscador difuso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38" name="" descr=""/>
          <p:cNvPicPr/>
          <p:nvPr/>
        </p:nvPicPr>
        <p:blipFill>
          <a:blip r:embed="rId1"/>
          <a:stretch/>
        </p:blipFill>
        <p:spPr>
          <a:xfrm>
            <a:off x="1981080" y="1762200"/>
            <a:ext cx="8229240" cy="4457160"/>
          </a:xfrm>
          <a:prstGeom prst="rect">
            <a:avLst/>
          </a:prstGeom>
          <a:ln w="0">
            <a:noFill/>
          </a:ln>
        </p:spPr>
      </p:pic>
      <p:sp>
        <p:nvSpPr>
          <p:cNvPr id="939" name=""/>
          <p:cNvSpPr txBox="1"/>
          <p:nvPr/>
        </p:nvSpPr>
        <p:spPr>
          <a:xfrm>
            <a:off x="457200" y="665280"/>
            <a:ext cx="583920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eza: ls mejorado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625680" y="2595960"/>
            <a:ext cx="1094472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Ejemplos del Día a Día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4604040" y="3634200"/>
            <a:ext cx="298476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(Fish)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461880" y="1585800"/>
            <a:ext cx="11268360" cy="3934080"/>
          </a:xfrm>
          <a:custGeom>
            <a:avLst/>
            <a:gdLst/>
            <a:ahLst/>
            <a:rect l="0" t="0" r="r" b="b"/>
            <a:pathLst>
              <a:path w="31301" h="10928">
                <a:moveTo>
                  <a:pt x="0" y="10730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0730"/>
                </a:lnTo>
                <a:cubicBezTo>
                  <a:pt x="31301" y="10743"/>
                  <a:pt x="31300" y="10756"/>
                  <a:pt x="31297" y="10768"/>
                </a:cubicBezTo>
                <a:cubicBezTo>
                  <a:pt x="31295" y="10781"/>
                  <a:pt x="31291" y="10794"/>
                  <a:pt x="31286" y="10806"/>
                </a:cubicBezTo>
                <a:cubicBezTo>
                  <a:pt x="31281" y="10818"/>
                  <a:pt x="31275" y="10829"/>
                  <a:pt x="31267" y="10840"/>
                </a:cubicBezTo>
                <a:cubicBezTo>
                  <a:pt x="31260" y="10851"/>
                  <a:pt x="31252" y="10861"/>
                  <a:pt x="31243" y="10870"/>
                </a:cubicBezTo>
                <a:cubicBezTo>
                  <a:pt x="31234" y="10879"/>
                  <a:pt x="31224" y="10887"/>
                  <a:pt x="31213" y="10895"/>
                </a:cubicBezTo>
                <a:cubicBezTo>
                  <a:pt x="31202" y="10902"/>
                  <a:pt x="31190" y="10908"/>
                  <a:pt x="31178" y="10913"/>
                </a:cubicBezTo>
                <a:cubicBezTo>
                  <a:pt x="31166" y="10918"/>
                  <a:pt x="31154" y="10922"/>
                  <a:pt x="31141" y="10924"/>
                </a:cubicBezTo>
                <a:cubicBezTo>
                  <a:pt x="31128" y="10927"/>
                  <a:pt x="31116" y="10928"/>
                  <a:pt x="31102" y="10928"/>
                </a:cubicBezTo>
                <a:lnTo>
                  <a:pt x="198" y="10928"/>
                </a:lnTo>
                <a:cubicBezTo>
                  <a:pt x="185" y="10928"/>
                  <a:pt x="172" y="10927"/>
                  <a:pt x="159" y="10924"/>
                </a:cubicBezTo>
                <a:cubicBezTo>
                  <a:pt x="147" y="10922"/>
                  <a:pt x="134" y="10918"/>
                  <a:pt x="122" y="10913"/>
                </a:cubicBezTo>
                <a:cubicBezTo>
                  <a:pt x="110" y="10908"/>
                  <a:pt x="99" y="10902"/>
                  <a:pt x="88" y="10895"/>
                </a:cubicBezTo>
                <a:cubicBezTo>
                  <a:pt x="77" y="10887"/>
                  <a:pt x="67" y="10879"/>
                  <a:pt x="58" y="10870"/>
                </a:cubicBezTo>
                <a:cubicBezTo>
                  <a:pt x="49" y="10861"/>
                  <a:pt x="40" y="10851"/>
                  <a:pt x="33" y="10840"/>
                </a:cubicBezTo>
                <a:cubicBezTo>
                  <a:pt x="26" y="10829"/>
                  <a:pt x="20" y="10818"/>
                  <a:pt x="15" y="10806"/>
                </a:cubicBezTo>
                <a:cubicBezTo>
                  <a:pt x="10" y="10794"/>
                  <a:pt x="6" y="10781"/>
                  <a:pt x="4" y="10768"/>
                </a:cubicBezTo>
                <a:cubicBezTo>
                  <a:pt x="1" y="10756"/>
                  <a:pt x="0" y="10743"/>
                  <a:pt x="0" y="1073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461880" y="1585800"/>
            <a:ext cx="11268360" cy="3934080"/>
          </a:xfrm>
          <a:custGeom>
            <a:avLst/>
            <a:gdLst/>
            <a:ahLst/>
            <a:rect l="0" t="0" r="r" b="b"/>
            <a:pathLst>
              <a:path w="31301" h="10928">
                <a:moveTo>
                  <a:pt x="0" y="10730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0730"/>
                </a:lnTo>
                <a:cubicBezTo>
                  <a:pt x="31301" y="10743"/>
                  <a:pt x="31300" y="10756"/>
                  <a:pt x="31297" y="10768"/>
                </a:cubicBezTo>
                <a:cubicBezTo>
                  <a:pt x="31295" y="10781"/>
                  <a:pt x="31291" y="10794"/>
                  <a:pt x="31286" y="10806"/>
                </a:cubicBezTo>
                <a:cubicBezTo>
                  <a:pt x="31281" y="10818"/>
                  <a:pt x="31275" y="10829"/>
                  <a:pt x="31267" y="10840"/>
                </a:cubicBezTo>
                <a:cubicBezTo>
                  <a:pt x="31260" y="10851"/>
                  <a:pt x="31252" y="10861"/>
                  <a:pt x="31243" y="10870"/>
                </a:cubicBezTo>
                <a:cubicBezTo>
                  <a:pt x="31234" y="10879"/>
                  <a:pt x="31224" y="10887"/>
                  <a:pt x="31213" y="10895"/>
                </a:cubicBezTo>
                <a:cubicBezTo>
                  <a:pt x="31202" y="10902"/>
                  <a:pt x="31190" y="10908"/>
                  <a:pt x="31178" y="10913"/>
                </a:cubicBezTo>
                <a:cubicBezTo>
                  <a:pt x="31166" y="10918"/>
                  <a:pt x="31154" y="10922"/>
                  <a:pt x="31141" y="10924"/>
                </a:cubicBezTo>
                <a:cubicBezTo>
                  <a:pt x="31128" y="10927"/>
                  <a:pt x="31116" y="10928"/>
                  <a:pt x="31102" y="10928"/>
                </a:cubicBezTo>
                <a:lnTo>
                  <a:pt x="198" y="10928"/>
                </a:lnTo>
                <a:cubicBezTo>
                  <a:pt x="185" y="10928"/>
                  <a:pt x="172" y="10927"/>
                  <a:pt x="159" y="10924"/>
                </a:cubicBezTo>
                <a:cubicBezTo>
                  <a:pt x="147" y="10922"/>
                  <a:pt x="134" y="10918"/>
                  <a:pt x="122" y="10913"/>
                </a:cubicBezTo>
                <a:cubicBezTo>
                  <a:pt x="110" y="10908"/>
                  <a:pt x="99" y="10902"/>
                  <a:pt x="88" y="10895"/>
                </a:cubicBezTo>
                <a:cubicBezTo>
                  <a:pt x="77" y="10887"/>
                  <a:pt x="67" y="10879"/>
                  <a:pt x="58" y="10870"/>
                </a:cubicBezTo>
                <a:cubicBezTo>
                  <a:pt x="49" y="10861"/>
                  <a:pt x="40" y="10851"/>
                  <a:pt x="33" y="10840"/>
                </a:cubicBezTo>
                <a:cubicBezTo>
                  <a:pt x="26" y="10829"/>
                  <a:pt x="20" y="10818"/>
                  <a:pt x="15" y="10806"/>
                </a:cubicBezTo>
                <a:cubicBezTo>
                  <a:pt x="10" y="10794"/>
                  <a:pt x="6" y="10781"/>
                  <a:pt x="4" y="10768"/>
                </a:cubicBezTo>
                <a:cubicBezTo>
                  <a:pt x="1" y="10756"/>
                  <a:pt x="0" y="10743"/>
                  <a:pt x="0" y="10730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461880" y="6243480"/>
            <a:ext cx="11268360" cy="1305360"/>
          </a:xfrm>
          <a:custGeom>
            <a:avLst/>
            <a:gdLst/>
            <a:ahLst/>
            <a:rect l="0" t="0" r="r" b="b"/>
            <a:pathLst>
              <a:path w="31301" h="3626">
                <a:moveTo>
                  <a:pt x="0" y="34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3427"/>
                </a:lnTo>
                <a:cubicBezTo>
                  <a:pt x="31301" y="3440"/>
                  <a:pt x="31300" y="3453"/>
                  <a:pt x="31297" y="3466"/>
                </a:cubicBezTo>
                <a:cubicBezTo>
                  <a:pt x="31295" y="3479"/>
                  <a:pt x="31291" y="3491"/>
                  <a:pt x="31286" y="3503"/>
                </a:cubicBezTo>
                <a:cubicBezTo>
                  <a:pt x="31281" y="3515"/>
                  <a:pt x="31275" y="3527"/>
                  <a:pt x="31267" y="3538"/>
                </a:cubicBezTo>
                <a:cubicBezTo>
                  <a:pt x="31260" y="3548"/>
                  <a:pt x="31252" y="3558"/>
                  <a:pt x="31243" y="3568"/>
                </a:cubicBezTo>
                <a:cubicBezTo>
                  <a:pt x="31234" y="3577"/>
                  <a:pt x="31224" y="3585"/>
                  <a:pt x="31213" y="3592"/>
                </a:cubicBezTo>
                <a:cubicBezTo>
                  <a:pt x="31202" y="3600"/>
                  <a:pt x="31190" y="3606"/>
                  <a:pt x="31178" y="3611"/>
                </a:cubicBezTo>
                <a:cubicBezTo>
                  <a:pt x="31166" y="3616"/>
                  <a:pt x="31154" y="3619"/>
                  <a:pt x="31141" y="3622"/>
                </a:cubicBezTo>
                <a:cubicBezTo>
                  <a:pt x="31128" y="3624"/>
                  <a:pt x="31116" y="3626"/>
                  <a:pt x="31102" y="3626"/>
                </a:cubicBezTo>
                <a:lnTo>
                  <a:pt x="198" y="3626"/>
                </a:lnTo>
                <a:cubicBezTo>
                  <a:pt x="185" y="3626"/>
                  <a:pt x="172" y="3624"/>
                  <a:pt x="159" y="3622"/>
                </a:cubicBezTo>
                <a:cubicBezTo>
                  <a:pt x="147" y="3619"/>
                  <a:pt x="134" y="3616"/>
                  <a:pt x="122" y="3611"/>
                </a:cubicBezTo>
                <a:cubicBezTo>
                  <a:pt x="110" y="3606"/>
                  <a:pt x="99" y="3600"/>
                  <a:pt x="88" y="3592"/>
                </a:cubicBezTo>
                <a:cubicBezTo>
                  <a:pt x="77" y="3585"/>
                  <a:pt x="67" y="3577"/>
                  <a:pt x="58" y="3568"/>
                </a:cubicBezTo>
                <a:cubicBezTo>
                  <a:pt x="49" y="3558"/>
                  <a:pt x="40" y="3548"/>
                  <a:pt x="33" y="3538"/>
                </a:cubicBezTo>
                <a:cubicBezTo>
                  <a:pt x="26" y="3527"/>
                  <a:pt x="20" y="3515"/>
                  <a:pt x="15" y="3503"/>
                </a:cubicBezTo>
                <a:cubicBezTo>
                  <a:pt x="10" y="3491"/>
                  <a:pt x="6" y="3479"/>
                  <a:pt x="4" y="3466"/>
                </a:cubicBezTo>
                <a:cubicBezTo>
                  <a:pt x="1" y="3453"/>
                  <a:pt x="0" y="3440"/>
                  <a:pt x="0" y="342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461880" y="6243480"/>
            <a:ext cx="11268360" cy="1305360"/>
          </a:xfrm>
          <a:custGeom>
            <a:avLst/>
            <a:gdLst/>
            <a:ahLst/>
            <a:rect l="0" t="0" r="r" b="b"/>
            <a:pathLst>
              <a:path w="31301" h="3626">
                <a:moveTo>
                  <a:pt x="0" y="34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3427"/>
                </a:lnTo>
                <a:cubicBezTo>
                  <a:pt x="31301" y="3440"/>
                  <a:pt x="31300" y="3453"/>
                  <a:pt x="31297" y="3466"/>
                </a:cubicBezTo>
                <a:cubicBezTo>
                  <a:pt x="31295" y="3479"/>
                  <a:pt x="31291" y="3491"/>
                  <a:pt x="31286" y="3503"/>
                </a:cubicBezTo>
                <a:cubicBezTo>
                  <a:pt x="31281" y="3515"/>
                  <a:pt x="31275" y="3527"/>
                  <a:pt x="31267" y="3538"/>
                </a:cubicBezTo>
                <a:cubicBezTo>
                  <a:pt x="31260" y="3548"/>
                  <a:pt x="31252" y="3558"/>
                  <a:pt x="31243" y="3568"/>
                </a:cubicBezTo>
                <a:cubicBezTo>
                  <a:pt x="31234" y="3577"/>
                  <a:pt x="31224" y="3585"/>
                  <a:pt x="31213" y="3592"/>
                </a:cubicBezTo>
                <a:cubicBezTo>
                  <a:pt x="31202" y="3600"/>
                  <a:pt x="31190" y="3606"/>
                  <a:pt x="31178" y="3611"/>
                </a:cubicBezTo>
                <a:cubicBezTo>
                  <a:pt x="31166" y="3616"/>
                  <a:pt x="31154" y="3619"/>
                  <a:pt x="31141" y="3622"/>
                </a:cubicBezTo>
                <a:cubicBezTo>
                  <a:pt x="31128" y="3624"/>
                  <a:pt x="31116" y="3626"/>
                  <a:pt x="31102" y="3626"/>
                </a:cubicBezTo>
                <a:lnTo>
                  <a:pt x="198" y="3626"/>
                </a:lnTo>
                <a:cubicBezTo>
                  <a:pt x="185" y="3626"/>
                  <a:pt x="172" y="3624"/>
                  <a:pt x="159" y="3622"/>
                </a:cubicBezTo>
                <a:cubicBezTo>
                  <a:pt x="147" y="3619"/>
                  <a:pt x="134" y="3616"/>
                  <a:pt x="122" y="3611"/>
                </a:cubicBezTo>
                <a:cubicBezTo>
                  <a:pt x="110" y="3606"/>
                  <a:pt x="99" y="3600"/>
                  <a:pt x="88" y="3592"/>
                </a:cubicBezTo>
                <a:cubicBezTo>
                  <a:pt x="77" y="3585"/>
                  <a:pt x="67" y="3577"/>
                  <a:pt x="58" y="3568"/>
                </a:cubicBezTo>
                <a:cubicBezTo>
                  <a:pt x="49" y="3558"/>
                  <a:pt x="40" y="3548"/>
                  <a:pt x="33" y="3538"/>
                </a:cubicBezTo>
                <a:cubicBezTo>
                  <a:pt x="26" y="3527"/>
                  <a:pt x="20" y="3515"/>
                  <a:pt x="15" y="3503"/>
                </a:cubicBezTo>
                <a:cubicBezTo>
                  <a:pt x="10" y="3491"/>
                  <a:pt x="6" y="3479"/>
                  <a:pt x="4" y="3466"/>
                </a:cubicBezTo>
                <a:cubicBezTo>
                  <a:pt x="1" y="3453"/>
                  <a:pt x="0" y="3440"/>
                  <a:pt x="0" y="342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457200" y="484560"/>
            <a:ext cx="218916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gcpush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619200" y="1825200"/>
            <a:ext cx="1591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function gcpush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619200" y="2158560"/>
            <a:ext cx="1378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git add .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619200" y="2482200"/>
            <a:ext cx="328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if test (count $argv) -gt 0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619200" y="2815560"/>
            <a:ext cx="3393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git commit -m "$argv[1]"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619200" y="3139560"/>
            <a:ext cx="848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else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619200" y="3472920"/>
            <a:ext cx="4984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git commit -m (date "+%d %^b %y %H:%M")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619200" y="3796560"/>
            <a:ext cx="741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619200" y="4129920"/>
            <a:ext cx="1271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git push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619200" y="445392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619200" y="5111280"/>
            <a:ext cx="1591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funcsave gcpush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457200" y="5722920"/>
            <a:ext cx="662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Uso: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619200" y="6482880"/>
            <a:ext cx="3713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$&gt; gcpush </a:t>
            </a:r>
            <a:r>
              <a:rPr b="0" lang="en-US" sz="1390" spc="-1" strike="noStrike">
                <a:solidFill>
                  <a:srgbClr val="0a3069"/>
                </a:solidFill>
                <a:latin typeface="Courier New"/>
                <a:ea typeface="Courier New"/>
              </a:rPr>
              <a:t>"Actualización de README"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619200" y="681624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$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1041480" y="6816240"/>
            <a:ext cx="424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it</a:t>
            </a:r>
            <a:r>
              <a:rPr b="0" lang="en-US" sz="1390" spc="-1" strike="noStrike">
                <a:solidFill>
                  <a:srgbClr val="953800"/>
                </a:solidFill>
                <a:latin typeface="Courier New"/>
                <a:ea typeface="Courier New"/>
              </a:rPr>
              <a:t> l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2308320" y="6816240"/>
            <a:ext cx="2124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li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461880" y="1585800"/>
            <a:ext cx="11268360" cy="3934080"/>
          </a:xfrm>
          <a:custGeom>
            <a:avLst/>
            <a:gdLst/>
            <a:ahLst/>
            <a:rect l="0" t="0" r="r" b="b"/>
            <a:pathLst>
              <a:path w="31301" h="10928">
                <a:moveTo>
                  <a:pt x="0" y="10730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0730"/>
                </a:lnTo>
                <a:cubicBezTo>
                  <a:pt x="31301" y="10743"/>
                  <a:pt x="31300" y="10756"/>
                  <a:pt x="31297" y="10768"/>
                </a:cubicBezTo>
                <a:cubicBezTo>
                  <a:pt x="31295" y="10781"/>
                  <a:pt x="31291" y="10794"/>
                  <a:pt x="31286" y="10806"/>
                </a:cubicBezTo>
                <a:cubicBezTo>
                  <a:pt x="31281" y="10818"/>
                  <a:pt x="31275" y="10829"/>
                  <a:pt x="31267" y="10840"/>
                </a:cubicBezTo>
                <a:cubicBezTo>
                  <a:pt x="31260" y="10851"/>
                  <a:pt x="31252" y="10861"/>
                  <a:pt x="31243" y="10870"/>
                </a:cubicBezTo>
                <a:cubicBezTo>
                  <a:pt x="31234" y="10879"/>
                  <a:pt x="31224" y="10887"/>
                  <a:pt x="31213" y="10895"/>
                </a:cubicBezTo>
                <a:cubicBezTo>
                  <a:pt x="31202" y="10902"/>
                  <a:pt x="31190" y="10908"/>
                  <a:pt x="31178" y="10913"/>
                </a:cubicBezTo>
                <a:cubicBezTo>
                  <a:pt x="31166" y="10918"/>
                  <a:pt x="31154" y="10922"/>
                  <a:pt x="31141" y="10924"/>
                </a:cubicBezTo>
                <a:cubicBezTo>
                  <a:pt x="31128" y="10927"/>
                  <a:pt x="31116" y="10928"/>
                  <a:pt x="31102" y="10928"/>
                </a:cubicBezTo>
                <a:lnTo>
                  <a:pt x="198" y="10928"/>
                </a:lnTo>
                <a:cubicBezTo>
                  <a:pt x="185" y="10928"/>
                  <a:pt x="172" y="10927"/>
                  <a:pt x="159" y="10924"/>
                </a:cubicBezTo>
                <a:cubicBezTo>
                  <a:pt x="147" y="10922"/>
                  <a:pt x="134" y="10918"/>
                  <a:pt x="122" y="10913"/>
                </a:cubicBezTo>
                <a:cubicBezTo>
                  <a:pt x="110" y="10908"/>
                  <a:pt x="99" y="10902"/>
                  <a:pt x="88" y="10895"/>
                </a:cubicBezTo>
                <a:cubicBezTo>
                  <a:pt x="77" y="10887"/>
                  <a:pt x="67" y="10879"/>
                  <a:pt x="58" y="10870"/>
                </a:cubicBezTo>
                <a:cubicBezTo>
                  <a:pt x="49" y="10861"/>
                  <a:pt x="40" y="10851"/>
                  <a:pt x="33" y="10840"/>
                </a:cubicBezTo>
                <a:cubicBezTo>
                  <a:pt x="26" y="10829"/>
                  <a:pt x="20" y="10818"/>
                  <a:pt x="15" y="10806"/>
                </a:cubicBezTo>
                <a:cubicBezTo>
                  <a:pt x="10" y="10794"/>
                  <a:pt x="6" y="10781"/>
                  <a:pt x="4" y="10768"/>
                </a:cubicBezTo>
                <a:cubicBezTo>
                  <a:pt x="1" y="10756"/>
                  <a:pt x="0" y="10743"/>
                  <a:pt x="0" y="10730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461880" y="1585800"/>
            <a:ext cx="11268360" cy="3934080"/>
          </a:xfrm>
          <a:custGeom>
            <a:avLst/>
            <a:gdLst/>
            <a:ahLst/>
            <a:rect l="0" t="0" r="r" b="b"/>
            <a:pathLst>
              <a:path w="31301" h="10928">
                <a:moveTo>
                  <a:pt x="0" y="10730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0730"/>
                </a:lnTo>
                <a:cubicBezTo>
                  <a:pt x="31301" y="10743"/>
                  <a:pt x="31300" y="10756"/>
                  <a:pt x="31297" y="10768"/>
                </a:cubicBezTo>
                <a:cubicBezTo>
                  <a:pt x="31295" y="10781"/>
                  <a:pt x="31291" y="10794"/>
                  <a:pt x="31286" y="10806"/>
                </a:cubicBezTo>
                <a:cubicBezTo>
                  <a:pt x="31281" y="10818"/>
                  <a:pt x="31275" y="10829"/>
                  <a:pt x="31267" y="10840"/>
                </a:cubicBezTo>
                <a:cubicBezTo>
                  <a:pt x="31260" y="10851"/>
                  <a:pt x="31252" y="10861"/>
                  <a:pt x="31243" y="10870"/>
                </a:cubicBezTo>
                <a:cubicBezTo>
                  <a:pt x="31234" y="10879"/>
                  <a:pt x="31224" y="10887"/>
                  <a:pt x="31213" y="10895"/>
                </a:cubicBezTo>
                <a:cubicBezTo>
                  <a:pt x="31202" y="10902"/>
                  <a:pt x="31190" y="10908"/>
                  <a:pt x="31178" y="10913"/>
                </a:cubicBezTo>
                <a:cubicBezTo>
                  <a:pt x="31166" y="10918"/>
                  <a:pt x="31154" y="10922"/>
                  <a:pt x="31141" y="10924"/>
                </a:cubicBezTo>
                <a:cubicBezTo>
                  <a:pt x="31128" y="10927"/>
                  <a:pt x="31116" y="10928"/>
                  <a:pt x="31102" y="10928"/>
                </a:cubicBezTo>
                <a:lnTo>
                  <a:pt x="198" y="10928"/>
                </a:lnTo>
                <a:cubicBezTo>
                  <a:pt x="185" y="10928"/>
                  <a:pt x="172" y="10927"/>
                  <a:pt x="159" y="10924"/>
                </a:cubicBezTo>
                <a:cubicBezTo>
                  <a:pt x="147" y="10922"/>
                  <a:pt x="134" y="10918"/>
                  <a:pt x="122" y="10913"/>
                </a:cubicBezTo>
                <a:cubicBezTo>
                  <a:pt x="110" y="10908"/>
                  <a:pt x="99" y="10902"/>
                  <a:pt x="88" y="10895"/>
                </a:cubicBezTo>
                <a:cubicBezTo>
                  <a:pt x="77" y="10887"/>
                  <a:pt x="67" y="10879"/>
                  <a:pt x="58" y="10870"/>
                </a:cubicBezTo>
                <a:cubicBezTo>
                  <a:pt x="49" y="10861"/>
                  <a:pt x="40" y="10851"/>
                  <a:pt x="33" y="10840"/>
                </a:cubicBezTo>
                <a:cubicBezTo>
                  <a:pt x="26" y="10829"/>
                  <a:pt x="20" y="10818"/>
                  <a:pt x="15" y="10806"/>
                </a:cubicBezTo>
                <a:cubicBezTo>
                  <a:pt x="10" y="10794"/>
                  <a:pt x="6" y="10781"/>
                  <a:pt x="4" y="10768"/>
                </a:cubicBezTo>
                <a:cubicBezTo>
                  <a:pt x="1" y="10756"/>
                  <a:pt x="0" y="10743"/>
                  <a:pt x="0" y="10730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461880" y="6243480"/>
            <a:ext cx="11268360" cy="2953080"/>
          </a:xfrm>
          <a:custGeom>
            <a:avLst/>
            <a:gdLst/>
            <a:ahLst/>
            <a:rect l="0" t="0" r="r" b="b"/>
            <a:pathLst>
              <a:path w="31301" h="8203">
                <a:moveTo>
                  <a:pt x="0" y="8005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8005"/>
                </a:lnTo>
                <a:cubicBezTo>
                  <a:pt x="31301" y="8018"/>
                  <a:pt x="31300" y="8031"/>
                  <a:pt x="31297" y="8043"/>
                </a:cubicBezTo>
                <a:cubicBezTo>
                  <a:pt x="31295" y="8056"/>
                  <a:pt x="31291" y="8068"/>
                  <a:pt x="31286" y="8081"/>
                </a:cubicBezTo>
                <a:cubicBezTo>
                  <a:pt x="31281" y="8093"/>
                  <a:pt x="31275" y="8104"/>
                  <a:pt x="31267" y="8115"/>
                </a:cubicBezTo>
                <a:cubicBezTo>
                  <a:pt x="31260" y="8126"/>
                  <a:pt x="31252" y="8136"/>
                  <a:pt x="31243" y="8145"/>
                </a:cubicBezTo>
                <a:cubicBezTo>
                  <a:pt x="31234" y="8154"/>
                  <a:pt x="31224" y="8162"/>
                  <a:pt x="31213" y="8170"/>
                </a:cubicBezTo>
                <a:cubicBezTo>
                  <a:pt x="31202" y="8177"/>
                  <a:pt x="31190" y="8183"/>
                  <a:pt x="31178" y="8188"/>
                </a:cubicBezTo>
                <a:cubicBezTo>
                  <a:pt x="31166" y="8193"/>
                  <a:pt x="31154" y="8197"/>
                  <a:pt x="31141" y="8199"/>
                </a:cubicBezTo>
                <a:cubicBezTo>
                  <a:pt x="31128" y="8202"/>
                  <a:pt x="31116" y="8203"/>
                  <a:pt x="31102" y="8203"/>
                </a:cubicBezTo>
                <a:lnTo>
                  <a:pt x="198" y="8203"/>
                </a:lnTo>
                <a:cubicBezTo>
                  <a:pt x="185" y="8203"/>
                  <a:pt x="172" y="8202"/>
                  <a:pt x="159" y="8199"/>
                </a:cubicBezTo>
                <a:cubicBezTo>
                  <a:pt x="147" y="8197"/>
                  <a:pt x="134" y="8193"/>
                  <a:pt x="122" y="8188"/>
                </a:cubicBezTo>
                <a:cubicBezTo>
                  <a:pt x="110" y="8183"/>
                  <a:pt x="99" y="8177"/>
                  <a:pt x="88" y="8170"/>
                </a:cubicBezTo>
                <a:cubicBezTo>
                  <a:pt x="77" y="8162"/>
                  <a:pt x="67" y="8154"/>
                  <a:pt x="58" y="8145"/>
                </a:cubicBezTo>
                <a:cubicBezTo>
                  <a:pt x="49" y="8136"/>
                  <a:pt x="40" y="8126"/>
                  <a:pt x="33" y="8115"/>
                </a:cubicBezTo>
                <a:cubicBezTo>
                  <a:pt x="26" y="8104"/>
                  <a:pt x="20" y="8093"/>
                  <a:pt x="15" y="8081"/>
                </a:cubicBezTo>
                <a:cubicBezTo>
                  <a:pt x="10" y="8068"/>
                  <a:pt x="6" y="8056"/>
                  <a:pt x="4" y="8043"/>
                </a:cubicBezTo>
                <a:cubicBezTo>
                  <a:pt x="1" y="8031"/>
                  <a:pt x="0" y="8018"/>
                  <a:pt x="0" y="8005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461880" y="6243480"/>
            <a:ext cx="11268360" cy="2953080"/>
          </a:xfrm>
          <a:custGeom>
            <a:avLst/>
            <a:gdLst/>
            <a:ahLst/>
            <a:rect l="0" t="0" r="r" b="b"/>
            <a:pathLst>
              <a:path w="31301" h="8203">
                <a:moveTo>
                  <a:pt x="0" y="8005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8005"/>
                </a:lnTo>
                <a:cubicBezTo>
                  <a:pt x="31301" y="8018"/>
                  <a:pt x="31300" y="8031"/>
                  <a:pt x="31297" y="8043"/>
                </a:cubicBezTo>
                <a:cubicBezTo>
                  <a:pt x="31295" y="8056"/>
                  <a:pt x="31291" y="8068"/>
                  <a:pt x="31286" y="8081"/>
                </a:cubicBezTo>
                <a:cubicBezTo>
                  <a:pt x="31281" y="8093"/>
                  <a:pt x="31275" y="8104"/>
                  <a:pt x="31267" y="8115"/>
                </a:cubicBezTo>
                <a:cubicBezTo>
                  <a:pt x="31260" y="8126"/>
                  <a:pt x="31252" y="8136"/>
                  <a:pt x="31243" y="8145"/>
                </a:cubicBezTo>
                <a:cubicBezTo>
                  <a:pt x="31234" y="8154"/>
                  <a:pt x="31224" y="8162"/>
                  <a:pt x="31213" y="8170"/>
                </a:cubicBezTo>
                <a:cubicBezTo>
                  <a:pt x="31202" y="8177"/>
                  <a:pt x="31190" y="8183"/>
                  <a:pt x="31178" y="8188"/>
                </a:cubicBezTo>
                <a:cubicBezTo>
                  <a:pt x="31166" y="8193"/>
                  <a:pt x="31154" y="8197"/>
                  <a:pt x="31141" y="8199"/>
                </a:cubicBezTo>
                <a:cubicBezTo>
                  <a:pt x="31128" y="8202"/>
                  <a:pt x="31116" y="8203"/>
                  <a:pt x="31102" y="8203"/>
                </a:cubicBezTo>
                <a:lnTo>
                  <a:pt x="198" y="8203"/>
                </a:lnTo>
                <a:cubicBezTo>
                  <a:pt x="185" y="8203"/>
                  <a:pt x="172" y="8202"/>
                  <a:pt x="159" y="8199"/>
                </a:cubicBezTo>
                <a:cubicBezTo>
                  <a:pt x="147" y="8197"/>
                  <a:pt x="134" y="8193"/>
                  <a:pt x="122" y="8188"/>
                </a:cubicBezTo>
                <a:cubicBezTo>
                  <a:pt x="110" y="8183"/>
                  <a:pt x="99" y="8177"/>
                  <a:pt x="88" y="8170"/>
                </a:cubicBezTo>
                <a:cubicBezTo>
                  <a:pt x="77" y="8162"/>
                  <a:pt x="67" y="8154"/>
                  <a:pt x="58" y="8145"/>
                </a:cubicBezTo>
                <a:cubicBezTo>
                  <a:pt x="49" y="8136"/>
                  <a:pt x="40" y="8126"/>
                  <a:pt x="33" y="8115"/>
                </a:cubicBezTo>
                <a:cubicBezTo>
                  <a:pt x="26" y="8104"/>
                  <a:pt x="20" y="8093"/>
                  <a:pt x="15" y="8081"/>
                </a:cubicBezTo>
                <a:cubicBezTo>
                  <a:pt x="10" y="8068"/>
                  <a:pt x="6" y="8056"/>
                  <a:pt x="4" y="8043"/>
                </a:cubicBezTo>
                <a:cubicBezTo>
                  <a:pt x="1" y="8031"/>
                  <a:pt x="0" y="8018"/>
                  <a:pt x="0" y="8005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457200" y="484560"/>
            <a:ext cx="510912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pulleverything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619200" y="1825200"/>
            <a:ext cx="2440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function pulleverything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619200" y="2158560"/>
            <a:ext cx="2227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for dir in */.git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619200" y="2482200"/>
            <a:ext cx="1590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619200" y="2815560"/>
            <a:ext cx="4560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--bold --underline yellow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619200" y="3139560"/>
            <a:ext cx="2862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(dirname $dir)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619200" y="3472920"/>
            <a:ext cx="2544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normal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619200" y="3796560"/>
            <a:ext cx="3605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git -C (dirname $dir) pull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619200" y="4129920"/>
            <a:ext cx="741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619200" y="445392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619200" y="5111280"/>
            <a:ext cx="2440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funcsave pulleverything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457200" y="5722920"/>
            <a:ext cx="298008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Ejemplo de salida: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619200" y="6482880"/>
            <a:ext cx="954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ft_printf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619200" y="6816240"/>
            <a:ext cx="2124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Al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1146960" y="681624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1780200" y="681624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t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2097000" y="681624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d t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461880" y="1585800"/>
            <a:ext cx="11268360" cy="5353200"/>
          </a:xfrm>
          <a:custGeom>
            <a:avLst/>
            <a:gdLst/>
            <a:ahLst/>
            <a:rect l="0" t="0" r="r" b="b"/>
            <a:pathLst>
              <a:path w="31301" h="14870">
                <a:moveTo>
                  <a:pt x="0" y="146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4672"/>
                </a:lnTo>
                <a:cubicBezTo>
                  <a:pt x="31301" y="14685"/>
                  <a:pt x="31300" y="14698"/>
                  <a:pt x="31297" y="14711"/>
                </a:cubicBezTo>
                <a:cubicBezTo>
                  <a:pt x="31295" y="14723"/>
                  <a:pt x="31291" y="14736"/>
                  <a:pt x="31286" y="14748"/>
                </a:cubicBezTo>
                <a:cubicBezTo>
                  <a:pt x="31281" y="14760"/>
                  <a:pt x="31275" y="14771"/>
                  <a:pt x="31267" y="14782"/>
                </a:cubicBezTo>
                <a:cubicBezTo>
                  <a:pt x="31260" y="14793"/>
                  <a:pt x="31252" y="14803"/>
                  <a:pt x="31243" y="14812"/>
                </a:cubicBezTo>
                <a:cubicBezTo>
                  <a:pt x="31234" y="14821"/>
                  <a:pt x="31224" y="14830"/>
                  <a:pt x="31213" y="14837"/>
                </a:cubicBezTo>
                <a:cubicBezTo>
                  <a:pt x="31202" y="14844"/>
                  <a:pt x="31190" y="14850"/>
                  <a:pt x="31178" y="14855"/>
                </a:cubicBezTo>
                <a:cubicBezTo>
                  <a:pt x="31166" y="14860"/>
                  <a:pt x="31154" y="14864"/>
                  <a:pt x="31141" y="14867"/>
                </a:cubicBezTo>
                <a:cubicBezTo>
                  <a:pt x="31128" y="14869"/>
                  <a:pt x="31116" y="14870"/>
                  <a:pt x="31102" y="14870"/>
                </a:cubicBezTo>
                <a:lnTo>
                  <a:pt x="198" y="14870"/>
                </a:lnTo>
                <a:cubicBezTo>
                  <a:pt x="185" y="14870"/>
                  <a:pt x="172" y="14869"/>
                  <a:pt x="159" y="14867"/>
                </a:cubicBezTo>
                <a:cubicBezTo>
                  <a:pt x="147" y="14864"/>
                  <a:pt x="134" y="14860"/>
                  <a:pt x="122" y="14855"/>
                </a:cubicBezTo>
                <a:cubicBezTo>
                  <a:pt x="110" y="14850"/>
                  <a:pt x="99" y="14844"/>
                  <a:pt x="88" y="14837"/>
                </a:cubicBezTo>
                <a:cubicBezTo>
                  <a:pt x="77" y="14830"/>
                  <a:pt x="67" y="14821"/>
                  <a:pt x="58" y="14812"/>
                </a:cubicBezTo>
                <a:cubicBezTo>
                  <a:pt x="49" y="14803"/>
                  <a:pt x="40" y="14793"/>
                  <a:pt x="33" y="14782"/>
                </a:cubicBezTo>
                <a:cubicBezTo>
                  <a:pt x="26" y="14771"/>
                  <a:pt x="20" y="14760"/>
                  <a:pt x="15" y="14748"/>
                </a:cubicBezTo>
                <a:cubicBezTo>
                  <a:pt x="10" y="14736"/>
                  <a:pt x="6" y="14723"/>
                  <a:pt x="4" y="14711"/>
                </a:cubicBezTo>
                <a:cubicBezTo>
                  <a:pt x="1" y="14698"/>
                  <a:pt x="0" y="14685"/>
                  <a:pt x="0" y="14672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461880" y="1585800"/>
            <a:ext cx="11268360" cy="5353200"/>
          </a:xfrm>
          <a:custGeom>
            <a:avLst/>
            <a:gdLst/>
            <a:ahLst/>
            <a:rect l="0" t="0" r="r" b="b"/>
            <a:pathLst>
              <a:path w="31301" h="14870">
                <a:moveTo>
                  <a:pt x="0" y="146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4672"/>
                </a:lnTo>
                <a:cubicBezTo>
                  <a:pt x="31301" y="14685"/>
                  <a:pt x="31300" y="14698"/>
                  <a:pt x="31297" y="14711"/>
                </a:cubicBezTo>
                <a:cubicBezTo>
                  <a:pt x="31295" y="14723"/>
                  <a:pt x="31291" y="14736"/>
                  <a:pt x="31286" y="14748"/>
                </a:cubicBezTo>
                <a:cubicBezTo>
                  <a:pt x="31281" y="14760"/>
                  <a:pt x="31275" y="14771"/>
                  <a:pt x="31267" y="14782"/>
                </a:cubicBezTo>
                <a:cubicBezTo>
                  <a:pt x="31260" y="14793"/>
                  <a:pt x="31252" y="14803"/>
                  <a:pt x="31243" y="14812"/>
                </a:cubicBezTo>
                <a:cubicBezTo>
                  <a:pt x="31234" y="14821"/>
                  <a:pt x="31224" y="14830"/>
                  <a:pt x="31213" y="14837"/>
                </a:cubicBezTo>
                <a:cubicBezTo>
                  <a:pt x="31202" y="14844"/>
                  <a:pt x="31190" y="14850"/>
                  <a:pt x="31178" y="14855"/>
                </a:cubicBezTo>
                <a:cubicBezTo>
                  <a:pt x="31166" y="14860"/>
                  <a:pt x="31154" y="14864"/>
                  <a:pt x="31141" y="14867"/>
                </a:cubicBezTo>
                <a:cubicBezTo>
                  <a:pt x="31128" y="14869"/>
                  <a:pt x="31116" y="14870"/>
                  <a:pt x="31102" y="14870"/>
                </a:cubicBezTo>
                <a:lnTo>
                  <a:pt x="198" y="14870"/>
                </a:lnTo>
                <a:cubicBezTo>
                  <a:pt x="185" y="14870"/>
                  <a:pt x="172" y="14869"/>
                  <a:pt x="159" y="14867"/>
                </a:cubicBezTo>
                <a:cubicBezTo>
                  <a:pt x="147" y="14864"/>
                  <a:pt x="134" y="14860"/>
                  <a:pt x="122" y="14855"/>
                </a:cubicBezTo>
                <a:cubicBezTo>
                  <a:pt x="110" y="14850"/>
                  <a:pt x="99" y="14844"/>
                  <a:pt x="88" y="14837"/>
                </a:cubicBezTo>
                <a:cubicBezTo>
                  <a:pt x="77" y="14830"/>
                  <a:pt x="67" y="14821"/>
                  <a:pt x="58" y="14812"/>
                </a:cubicBezTo>
                <a:cubicBezTo>
                  <a:pt x="49" y="14803"/>
                  <a:pt x="40" y="14793"/>
                  <a:pt x="33" y="14782"/>
                </a:cubicBezTo>
                <a:cubicBezTo>
                  <a:pt x="26" y="14771"/>
                  <a:pt x="20" y="14760"/>
                  <a:pt x="15" y="14748"/>
                </a:cubicBezTo>
                <a:cubicBezTo>
                  <a:pt x="10" y="14736"/>
                  <a:pt x="6" y="14723"/>
                  <a:pt x="4" y="14711"/>
                </a:cubicBezTo>
                <a:cubicBezTo>
                  <a:pt x="1" y="14698"/>
                  <a:pt x="0" y="14685"/>
                  <a:pt x="0" y="14672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457200" y="484560"/>
            <a:ext cx="145908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memo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619200" y="1814760"/>
            <a:ext cx="120024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function memo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619200" y="2105640"/>
            <a:ext cx="43408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memo_file "$FISH_TOOLS_ROOT/memo.md"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619200" y="2388240"/>
            <a:ext cx="28627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if test (count $argv) -lt 2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619200" y="2679480"/>
            <a:ext cx="498744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"Usage: memo \"Description\" \"Command\""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619200" y="2962080"/>
            <a:ext cx="1291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return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619200" y="3252960"/>
            <a:ext cx="6451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619200" y="3535920"/>
            <a:ext cx="28627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description $argv[1]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619200" y="3826800"/>
            <a:ext cx="295560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command_text $argv[2]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619200" y="4109400"/>
            <a:ext cx="28627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if not test -f "$memo_file"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619200" y="4400640"/>
            <a:ext cx="489420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"# Personal Command Memo" &gt; "$memo_file"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619200" y="4683240"/>
            <a:ext cx="6451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619200" y="4974120"/>
            <a:ext cx="75733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-e "\n## $description\n\`\`\`bash\n$command_text\n\`\`\`" &gt;&gt; "$memo_file"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635400" y="5476320"/>
            <a:ext cx="150120" cy="149760"/>
          </a:xfrm>
          <a:custGeom>
            <a:avLst/>
            <a:gdLst/>
            <a:ahLst/>
            <a:rect l="0" t="0" r="r" b="b"/>
            <a:pathLst>
              <a:path w="417" h="416">
                <a:moveTo>
                  <a:pt x="417" y="370"/>
                </a:moveTo>
                <a:cubicBezTo>
                  <a:pt x="417" y="396"/>
                  <a:pt x="397" y="416"/>
                  <a:pt x="371" y="416"/>
                </a:cubicBezTo>
                <a:lnTo>
                  <a:pt x="47" y="416"/>
                </a:lnTo>
                <a:cubicBezTo>
                  <a:pt x="21" y="416"/>
                  <a:pt x="0" y="396"/>
                  <a:pt x="0" y="370"/>
                </a:cubicBezTo>
                <a:lnTo>
                  <a:pt x="0" y="46"/>
                </a:lnTo>
                <a:cubicBezTo>
                  <a:pt x="0" y="20"/>
                  <a:pt x="21" y="0"/>
                  <a:pt x="47" y="0"/>
                </a:cubicBezTo>
                <a:lnTo>
                  <a:pt x="371" y="0"/>
                </a:lnTo>
                <a:cubicBezTo>
                  <a:pt x="397" y="0"/>
                  <a:pt x="417" y="20"/>
                  <a:pt x="417" y="46"/>
                </a:cubicBezTo>
                <a:lnTo>
                  <a:pt x="417" y="370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659160" y="5501160"/>
            <a:ext cx="103320" cy="101520"/>
          </a:xfrm>
          <a:custGeom>
            <a:avLst/>
            <a:gdLst/>
            <a:ahLst/>
            <a:rect l="0" t="0" r="r" b="b"/>
            <a:pathLst>
              <a:path w="287" h="282">
                <a:moveTo>
                  <a:pt x="274" y="5"/>
                </a:moveTo>
                <a:cubicBezTo>
                  <a:pt x="260" y="-4"/>
                  <a:pt x="242" y="0"/>
                  <a:pt x="234" y="14"/>
                </a:cubicBezTo>
                <a:lnTo>
                  <a:pt x="108" y="207"/>
                </a:lnTo>
                <a:lnTo>
                  <a:pt x="50" y="154"/>
                </a:lnTo>
                <a:cubicBezTo>
                  <a:pt x="38" y="143"/>
                  <a:pt x="19" y="144"/>
                  <a:pt x="8" y="155"/>
                </a:cubicBezTo>
                <a:cubicBezTo>
                  <a:pt x="-3" y="167"/>
                  <a:pt x="-2" y="185"/>
                  <a:pt x="10" y="196"/>
                </a:cubicBezTo>
                <a:lnTo>
                  <a:pt x="94" y="274"/>
                </a:lnTo>
                <a:cubicBezTo>
                  <a:pt x="99" y="279"/>
                  <a:pt x="107" y="282"/>
                  <a:pt x="114" y="282"/>
                </a:cubicBezTo>
                <a:cubicBezTo>
                  <a:pt x="121" y="282"/>
                  <a:pt x="131" y="279"/>
                  <a:pt x="138" y="269"/>
                </a:cubicBezTo>
                <a:cubicBezTo>
                  <a:pt x="142" y="263"/>
                  <a:pt x="282" y="45"/>
                  <a:pt x="282" y="45"/>
                </a:cubicBezTo>
                <a:cubicBezTo>
                  <a:pt x="291" y="32"/>
                  <a:pt x="287" y="14"/>
                  <a:pt x="274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619200" y="5257080"/>
            <a:ext cx="9226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619200" y="5697720"/>
            <a:ext cx="203076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Saved to: $memo_file"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619200" y="5988600"/>
            <a:ext cx="27648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619200" y="6562440"/>
            <a:ext cx="120024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10" spc="-1" strike="noStrike">
                <a:solidFill>
                  <a:srgbClr val="1f2328"/>
                </a:solidFill>
                <a:latin typeface="Courier New"/>
                <a:ea typeface="Courier New"/>
              </a:rPr>
              <a:t>funcsave memo</a:t>
            </a:r>
            <a:endParaRPr b="0" lang="en-US" sz="12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461880" y="1585800"/>
            <a:ext cx="11268360" cy="1962360"/>
          </a:xfrm>
          <a:custGeom>
            <a:avLst/>
            <a:gdLst/>
            <a:ahLst/>
            <a:rect l="0" t="0" r="r" b="b"/>
            <a:pathLst>
              <a:path w="31301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5253"/>
                </a:lnTo>
                <a:cubicBezTo>
                  <a:pt x="31301" y="5266"/>
                  <a:pt x="31300" y="5279"/>
                  <a:pt x="31297" y="5292"/>
                </a:cubicBezTo>
                <a:cubicBezTo>
                  <a:pt x="31295" y="5304"/>
                  <a:pt x="31291" y="5317"/>
                  <a:pt x="31286" y="5329"/>
                </a:cubicBezTo>
                <a:cubicBezTo>
                  <a:pt x="31281" y="5341"/>
                  <a:pt x="31275" y="5352"/>
                  <a:pt x="31267" y="5363"/>
                </a:cubicBezTo>
                <a:cubicBezTo>
                  <a:pt x="31260" y="5374"/>
                  <a:pt x="31252" y="5384"/>
                  <a:pt x="31243" y="5393"/>
                </a:cubicBezTo>
                <a:cubicBezTo>
                  <a:pt x="31234" y="5402"/>
                  <a:pt x="31224" y="5411"/>
                  <a:pt x="31213" y="5418"/>
                </a:cubicBezTo>
                <a:cubicBezTo>
                  <a:pt x="31202" y="5425"/>
                  <a:pt x="31190" y="5431"/>
                  <a:pt x="31178" y="5436"/>
                </a:cubicBezTo>
                <a:cubicBezTo>
                  <a:pt x="31166" y="5441"/>
                  <a:pt x="31154" y="5445"/>
                  <a:pt x="31141" y="5447"/>
                </a:cubicBezTo>
                <a:cubicBezTo>
                  <a:pt x="31128" y="5450"/>
                  <a:pt x="31116" y="5451"/>
                  <a:pt x="31102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1"/>
                  <a:pt x="67" y="5402"/>
                  <a:pt x="58" y="5393"/>
                </a:cubicBezTo>
                <a:cubicBezTo>
                  <a:pt x="49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7"/>
                  <a:pt x="6" y="5304"/>
                  <a:pt x="4" y="5292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461880" y="1585800"/>
            <a:ext cx="11268360" cy="1962360"/>
          </a:xfrm>
          <a:custGeom>
            <a:avLst/>
            <a:gdLst/>
            <a:ahLst/>
            <a:rect l="0" t="0" r="r" b="b"/>
            <a:pathLst>
              <a:path w="31301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5253"/>
                </a:lnTo>
                <a:cubicBezTo>
                  <a:pt x="31301" y="5266"/>
                  <a:pt x="31300" y="5279"/>
                  <a:pt x="31297" y="5292"/>
                </a:cubicBezTo>
                <a:cubicBezTo>
                  <a:pt x="31295" y="5304"/>
                  <a:pt x="31291" y="5317"/>
                  <a:pt x="31286" y="5329"/>
                </a:cubicBezTo>
                <a:cubicBezTo>
                  <a:pt x="31281" y="5341"/>
                  <a:pt x="31275" y="5352"/>
                  <a:pt x="31267" y="5363"/>
                </a:cubicBezTo>
                <a:cubicBezTo>
                  <a:pt x="31260" y="5374"/>
                  <a:pt x="31252" y="5384"/>
                  <a:pt x="31243" y="5393"/>
                </a:cubicBezTo>
                <a:cubicBezTo>
                  <a:pt x="31234" y="5402"/>
                  <a:pt x="31224" y="5411"/>
                  <a:pt x="31213" y="5418"/>
                </a:cubicBezTo>
                <a:cubicBezTo>
                  <a:pt x="31202" y="5425"/>
                  <a:pt x="31190" y="5431"/>
                  <a:pt x="31178" y="5436"/>
                </a:cubicBezTo>
                <a:cubicBezTo>
                  <a:pt x="31166" y="5441"/>
                  <a:pt x="31154" y="5445"/>
                  <a:pt x="31141" y="5447"/>
                </a:cubicBezTo>
                <a:cubicBezTo>
                  <a:pt x="31128" y="5450"/>
                  <a:pt x="31116" y="5451"/>
                  <a:pt x="31102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1"/>
                  <a:pt x="67" y="5402"/>
                  <a:pt x="58" y="5393"/>
                </a:cubicBezTo>
                <a:cubicBezTo>
                  <a:pt x="49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7"/>
                  <a:pt x="6" y="5304"/>
                  <a:pt x="4" y="5292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461880" y="4271760"/>
            <a:ext cx="11268360" cy="3277080"/>
          </a:xfrm>
          <a:custGeom>
            <a:avLst/>
            <a:gdLst/>
            <a:ahLst/>
            <a:rect l="0" t="0" r="r" b="b"/>
            <a:pathLst>
              <a:path w="31301" h="9103">
                <a:moveTo>
                  <a:pt x="0" y="8904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4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1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8904"/>
                </a:lnTo>
                <a:cubicBezTo>
                  <a:pt x="31301" y="8917"/>
                  <a:pt x="31300" y="8930"/>
                  <a:pt x="31297" y="8943"/>
                </a:cubicBezTo>
                <a:cubicBezTo>
                  <a:pt x="31295" y="8956"/>
                  <a:pt x="31291" y="8968"/>
                  <a:pt x="31286" y="8980"/>
                </a:cubicBezTo>
                <a:cubicBezTo>
                  <a:pt x="31281" y="8992"/>
                  <a:pt x="31275" y="9004"/>
                  <a:pt x="31267" y="9015"/>
                </a:cubicBezTo>
                <a:cubicBezTo>
                  <a:pt x="31260" y="9025"/>
                  <a:pt x="31252" y="9035"/>
                  <a:pt x="31243" y="9045"/>
                </a:cubicBezTo>
                <a:cubicBezTo>
                  <a:pt x="31234" y="9054"/>
                  <a:pt x="31224" y="9062"/>
                  <a:pt x="31213" y="9069"/>
                </a:cubicBezTo>
                <a:cubicBezTo>
                  <a:pt x="31202" y="9077"/>
                  <a:pt x="31190" y="9083"/>
                  <a:pt x="31178" y="9088"/>
                </a:cubicBezTo>
                <a:cubicBezTo>
                  <a:pt x="31166" y="9093"/>
                  <a:pt x="31154" y="9096"/>
                  <a:pt x="31141" y="9099"/>
                </a:cubicBezTo>
                <a:cubicBezTo>
                  <a:pt x="31128" y="9101"/>
                  <a:pt x="31116" y="9103"/>
                  <a:pt x="31102" y="9103"/>
                </a:cubicBezTo>
                <a:lnTo>
                  <a:pt x="198" y="9103"/>
                </a:lnTo>
                <a:cubicBezTo>
                  <a:pt x="185" y="9103"/>
                  <a:pt x="172" y="9101"/>
                  <a:pt x="159" y="9099"/>
                </a:cubicBezTo>
                <a:cubicBezTo>
                  <a:pt x="147" y="9096"/>
                  <a:pt x="134" y="9093"/>
                  <a:pt x="122" y="9088"/>
                </a:cubicBezTo>
                <a:cubicBezTo>
                  <a:pt x="110" y="9083"/>
                  <a:pt x="99" y="9077"/>
                  <a:pt x="88" y="9069"/>
                </a:cubicBezTo>
                <a:cubicBezTo>
                  <a:pt x="77" y="9062"/>
                  <a:pt x="67" y="9054"/>
                  <a:pt x="58" y="9045"/>
                </a:cubicBezTo>
                <a:cubicBezTo>
                  <a:pt x="49" y="9035"/>
                  <a:pt x="40" y="9025"/>
                  <a:pt x="33" y="9015"/>
                </a:cubicBezTo>
                <a:cubicBezTo>
                  <a:pt x="26" y="9004"/>
                  <a:pt x="20" y="8992"/>
                  <a:pt x="15" y="8980"/>
                </a:cubicBezTo>
                <a:cubicBezTo>
                  <a:pt x="10" y="8968"/>
                  <a:pt x="6" y="8956"/>
                  <a:pt x="4" y="8943"/>
                </a:cubicBezTo>
                <a:cubicBezTo>
                  <a:pt x="1" y="8930"/>
                  <a:pt x="0" y="8917"/>
                  <a:pt x="0" y="8904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461880" y="4271760"/>
            <a:ext cx="11268360" cy="3277080"/>
          </a:xfrm>
          <a:custGeom>
            <a:avLst/>
            <a:gdLst/>
            <a:ahLst/>
            <a:rect l="0" t="0" r="r" b="b"/>
            <a:pathLst>
              <a:path w="31301" h="9103">
                <a:moveTo>
                  <a:pt x="0" y="8904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4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1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8904"/>
                </a:lnTo>
                <a:cubicBezTo>
                  <a:pt x="31301" y="8917"/>
                  <a:pt x="31300" y="8930"/>
                  <a:pt x="31297" y="8943"/>
                </a:cubicBezTo>
                <a:cubicBezTo>
                  <a:pt x="31295" y="8956"/>
                  <a:pt x="31291" y="8968"/>
                  <a:pt x="31286" y="8980"/>
                </a:cubicBezTo>
                <a:cubicBezTo>
                  <a:pt x="31281" y="8992"/>
                  <a:pt x="31275" y="9004"/>
                  <a:pt x="31267" y="9015"/>
                </a:cubicBezTo>
                <a:cubicBezTo>
                  <a:pt x="31260" y="9025"/>
                  <a:pt x="31252" y="9035"/>
                  <a:pt x="31243" y="9045"/>
                </a:cubicBezTo>
                <a:cubicBezTo>
                  <a:pt x="31234" y="9054"/>
                  <a:pt x="31224" y="9062"/>
                  <a:pt x="31213" y="9069"/>
                </a:cubicBezTo>
                <a:cubicBezTo>
                  <a:pt x="31202" y="9077"/>
                  <a:pt x="31190" y="9083"/>
                  <a:pt x="31178" y="9088"/>
                </a:cubicBezTo>
                <a:cubicBezTo>
                  <a:pt x="31166" y="9093"/>
                  <a:pt x="31154" y="9096"/>
                  <a:pt x="31141" y="9099"/>
                </a:cubicBezTo>
                <a:cubicBezTo>
                  <a:pt x="31128" y="9101"/>
                  <a:pt x="31116" y="9103"/>
                  <a:pt x="31102" y="9103"/>
                </a:cubicBezTo>
                <a:lnTo>
                  <a:pt x="198" y="9103"/>
                </a:lnTo>
                <a:cubicBezTo>
                  <a:pt x="185" y="9103"/>
                  <a:pt x="172" y="9101"/>
                  <a:pt x="159" y="9099"/>
                </a:cubicBezTo>
                <a:cubicBezTo>
                  <a:pt x="147" y="9096"/>
                  <a:pt x="134" y="9093"/>
                  <a:pt x="122" y="9088"/>
                </a:cubicBezTo>
                <a:cubicBezTo>
                  <a:pt x="110" y="9083"/>
                  <a:pt x="99" y="9077"/>
                  <a:pt x="88" y="9069"/>
                </a:cubicBezTo>
                <a:cubicBezTo>
                  <a:pt x="77" y="9062"/>
                  <a:pt x="67" y="9054"/>
                  <a:pt x="58" y="9045"/>
                </a:cubicBezTo>
                <a:cubicBezTo>
                  <a:pt x="49" y="9035"/>
                  <a:pt x="40" y="9025"/>
                  <a:pt x="33" y="9015"/>
                </a:cubicBezTo>
                <a:cubicBezTo>
                  <a:pt x="26" y="9004"/>
                  <a:pt x="20" y="8992"/>
                  <a:pt x="15" y="8980"/>
                </a:cubicBezTo>
                <a:cubicBezTo>
                  <a:pt x="10" y="8968"/>
                  <a:pt x="6" y="8956"/>
                  <a:pt x="4" y="8943"/>
                </a:cubicBezTo>
                <a:cubicBezTo>
                  <a:pt x="1" y="8930"/>
                  <a:pt x="0" y="8917"/>
                  <a:pt x="0" y="890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457200" y="484560"/>
            <a:ext cx="29192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memoshow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619200" y="1825200"/>
            <a:ext cx="1803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function memoshow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619200" y="2158560"/>
            <a:ext cx="3606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cat "$FISH_TOOLS_ROOT/memo.md"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619200" y="248220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619200" y="3139560"/>
            <a:ext cx="1803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funcsave memoshow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457200" y="3751200"/>
            <a:ext cx="662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Uso: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619200" y="4511160"/>
            <a:ext cx="1166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$&gt; memoshow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619200" y="4844520"/>
            <a:ext cx="3394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# Titulo de la entrada o comando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619200" y="5168160"/>
            <a:ext cx="743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`ls -l`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619200" y="5825520"/>
            <a:ext cx="1910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# Comando anterior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619200" y="6158880"/>
            <a:ext cx="1591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`cat README.md`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619200" y="681624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# C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1357920" y="681624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1674720" y="681624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d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1991520" y="681624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2519280" y="681624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1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461880" y="2147760"/>
            <a:ext cx="11268360" cy="5353200"/>
          </a:xfrm>
          <a:custGeom>
            <a:avLst/>
            <a:gdLst/>
            <a:ahLst/>
            <a:rect l="0" t="0" r="r" b="b"/>
            <a:pathLst>
              <a:path w="31301" h="14870">
                <a:moveTo>
                  <a:pt x="0" y="146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4672"/>
                </a:lnTo>
                <a:cubicBezTo>
                  <a:pt x="31301" y="14685"/>
                  <a:pt x="31300" y="14698"/>
                  <a:pt x="31297" y="14711"/>
                </a:cubicBezTo>
                <a:cubicBezTo>
                  <a:pt x="31295" y="14723"/>
                  <a:pt x="31291" y="14736"/>
                  <a:pt x="31286" y="14748"/>
                </a:cubicBezTo>
                <a:cubicBezTo>
                  <a:pt x="31281" y="14760"/>
                  <a:pt x="31275" y="14771"/>
                  <a:pt x="31267" y="14782"/>
                </a:cubicBezTo>
                <a:cubicBezTo>
                  <a:pt x="31260" y="14793"/>
                  <a:pt x="31252" y="14803"/>
                  <a:pt x="31243" y="14812"/>
                </a:cubicBezTo>
                <a:cubicBezTo>
                  <a:pt x="31234" y="14822"/>
                  <a:pt x="31224" y="14830"/>
                  <a:pt x="31213" y="14837"/>
                </a:cubicBezTo>
                <a:cubicBezTo>
                  <a:pt x="31202" y="14844"/>
                  <a:pt x="31190" y="14850"/>
                  <a:pt x="31178" y="14855"/>
                </a:cubicBezTo>
                <a:cubicBezTo>
                  <a:pt x="31166" y="14860"/>
                  <a:pt x="31154" y="14864"/>
                  <a:pt x="31141" y="14867"/>
                </a:cubicBezTo>
                <a:cubicBezTo>
                  <a:pt x="31128" y="14869"/>
                  <a:pt x="31116" y="14870"/>
                  <a:pt x="31102" y="14870"/>
                </a:cubicBezTo>
                <a:lnTo>
                  <a:pt x="198" y="14870"/>
                </a:lnTo>
                <a:cubicBezTo>
                  <a:pt x="185" y="14870"/>
                  <a:pt x="172" y="14869"/>
                  <a:pt x="159" y="14867"/>
                </a:cubicBezTo>
                <a:cubicBezTo>
                  <a:pt x="147" y="14864"/>
                  <a:pt x="134" y="14860"/>
                  <a:pt x="122" y="14855"/>
                </a:cubicBezTo>
                <a:cubicBezTo>
                  <a:pt x="110" y="14850"/>
                  <a:pt x="99" y="14844"/>
                  <a:pt x="88" y="14837"/>
                </a:cubicBezTo>
                <a:cubicBezTo>
                  <a:pt x="77" y="14830"/>
                  <a:pt x="67" y="14822"/>
                  <a:pt x="58" y="14812"/>
                </a:cubicBezTo>
                <a:cubicBezTo>
                  <a:pt x="49" y="14803"/>
                  <a:pt x="40" y="14793"/>
                  <a:pt x="33" y="14782"/>
                </a:cubicBezTo>
                <a:cubicBezTo>
                  <a:pt x="26" y="14771"/>
                  <a:pt x="20" y="14760"/>
                  <a:pt x="15" y="14748"/>
                </a:cubicBezTo>
                <a:cubicBezTo>
                  <a:pt x="10" y="14736"/>
                  <a:pt x="6" y="14723"/>
                  <a:pt x="4" y="14711"/>
                </a:cubicBezTo>
                <a:cubicBezTo>
                  <a:pt x="1" y="14698"/>
                  <a:pt x="0" y="14685"/>
                  <a:pt x="0" y="14672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461880" y="2147760"/>
            <a:ext cx="11268360" cy="5353200"/>
          </a:xfrm>
          <a:custGeom>
            <a:avLst/>
            <a:gdLst/>
            <a:ahLst/>
            <a:rect l="0" t="0" r="r" b="b"/>
            <a:pathLst>
              <a:path w="31301" h="14870">
                <a:moveTo>
                  <a:pt x="0" y="146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4672"/>
                </a:lnTo>
                <a:cubicBezTo>
                  <a:pt x="31301" y="14685"/>
                  <a:pt x="31300" y="14698"/>
                  <a:pt x="31297" y="14711"/>
                </a:cubicBezTo>
                <a:cubicBezTo>
                  <a:pt x="31295" y="14723"/>
                  <a:pt x="31291" y="14736"/>
                  <a:pt x="31286" y="14748"/>
                </a:cubicBezTo>
                <a:cubicBezTo>
                  <a:pt x="31281" y="14760"/>
                  <a:pt x="31275" y="14771"/>
                  <a:pt x="31267" y="14782"/>
                </a:cubicBezTo>
                <a:cubicBezTo>
                  <a:pt x="31260" y="14793"/>
                  <a:pt x="31252" y="14803"/>
                  <a:pt x="31243" y="14812"/>
                </a:cubicBezTo>
                <a:cubicBezTo>
                  <a:pt x="31234" y="14822"/>
                  <a:pt x="31224" y="14830"/>
                  <a:pt x="31213" y="14837"/>
                </a:cubicBezTo>
                <a:cubicBezTo>
                  <a:pt x="31202" y="14844"/>
                  <a:pt x="31190" y="14850"/>
                  <a:pt x="31178" y="14855"/>
                </a:cubicBezTo>
                <a:cubicBezTo>
                  <a:pt x="31166" y="14860"/>
                  <a:pt x="31154" y="14864"/>
                  <a:pt x="31141" y="14867"/>
                </a:cubicBezTo>
                <a:cubicBezTo>
                  <a:pt x="31128" y="14869"/>
                  <a:pt x="31116" y="14870"/>
                  <a:pt x="31102" y="14870"/>
                </a:cubicBezTo>
                <a:lnTo>
                  <a:pt x="198" y="14870"/>
                </a:lnTo>
                <a:cubicBezTo>
                  <a:pt x="185" y="14870"/>
                  <a:pt x="172" y="14869"/>
                  <a:pt x="159" y="14867"/>
                </a:cubicBezTo>
                <a:cubicBezTo>
                  <a:pt x="147" y="14864"/>
                  <a:pt x="134" y="14860"/>
                  <a:pt x="122" y="14855"/>
                </a:cubicBezTo>
                <a:cubicBezTo>
                  <a:pt x="110" y="14850"/>
                  <a:pt x="99" y="14844"/>
                  <a:pt x="88" y="14837"/>
                </a:cubicBezTo>
                <a:cubicBezTo>
                  <a:pt x="77" y="14830"/>
                  <a:pt x="67" y="14822"/>
                  <a:pt x="58" y="14812"/>
                </a:cubicBezTo>
                <a:cubicBezTo>
                  <a:pt x="49" y="14803"/>
                  <a:pt x="40" y="14793"/>
                  <a:pt x="33" y="14782"/>
                </a:cubicBezTo>
                <a:cubicBezTo>
                  <a:pt x="26" y="14771"/>
                  <a:pt x="20" y="14760"/>
                  <a:pt x="15" y="14748"/>
                </a:cubicBezTo>
                <a:cubicBezTo>
                  <a:pt x="10" y="14736"/>
                  <a:pt x="6" y="14723"/>
                  <a:pt x="4" y="14711"/>
                </a:cubicBezTo>
                <a:cubicBezTo>
                  <a:pt x="1" y="14698"/>
                  <a:pt x="0" y="14685"/>
                  <a:pt x="0" y="14672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457200" y="484560"/>
            <a:ext cx="43790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statussearch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457200" y="1627200"/>
            <a:ext cx="612432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Estado Git de múltiples repositorios: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619200" y="2337120"/>
            <a:ext cx="8647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function statussearch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619200" y="2467440"/>
            <a:ext cx="189360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repos (find . -name ".git" -type d)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619200" y="2594160"/>
            <a:ext cx="90576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for repo in $repos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619200" y="2724840"/>
            <a:ext cx="152316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parent (dirname $repo)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619200" y="2851560"/>
            <a:ext cx="156420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-n "Checking $parent... 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619200" y="2981880"/>
            <a:ext cx="156420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git -C $parent fetch --quiet &amp;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619200" y="3108600"/>
            <a:ext cx="4942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wait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619200" y="3238920"/>
            <a:ext cx="11116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-ne "\r\033[K"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619200" y="3365640"/>
            <a:ext cx="23047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dinfo (git -C $parent status --porcelain)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619200" y="3496320"/>
            <a:ext cx="22226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branch_info (git -C $parent status -sb)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619200" y="3623040"/>
            <a:ext cx="11116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if test -n "$dinfo"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619200" y="3753360"/>
            <a:ext cx="14410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--bold yellow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626400" y="3983760"/>
            <a:ext cx="67320" cy="30240"/>
          </a:xfrm>
          <a:custGeom>
            <a:avLst/>
            <a:gdLst/>
            <a:ahLst/>
            <a:rect l="0" t="0" r="r" b="b"/>
            <a:pathLst>
              <a:path w="187" h="84">
                <a:moveTo>
                  <a:pt x="187" y="63"/>
                </a:moveTo>
                <a:cubicBezTo>
                  <a:pt x="187" y="75"/>
                  <a:pt x="178" y="84"/>
                  <a:pt x="167" y="84"/>
                </a:cubicBezTo>
                <a:lnTo>
                  <a:pt x="21" y="84"/>
                </a:lnTo>
                <a:cubicBezTo>
                  <a:pt x="9" y="84"/>
                  <a:pt x="0" y="75"/>
                  <a:pt x="0" y="63"/>
                </a:cubicBezTo>
                <a:lnTo>
                  <a:pt x="0" y="21"/>
                </a:lnTo>
                <a:cubicBezTo>
                  <a:pt x="0" y="9"/>
                  <a:pt x="9" y="0"/>
                  <a:pt x="21" y="0"/>
                </a:cubicBezTo>
                <a:lnTo>
                  <a:pt x="167" y="0"/>
                </a:lnTo>
                <a:cubicBezTo>
                  <a:pt x="178" y="0"/>
                  <a:pt x="187" y="9"/>
                  <a:pt x="187" y="21"/>
                </a:cubicBezTo>
                <a:lnTo>
                  <a:pt x="187" y="63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626400" y="3983760"/>
            <a:ext cx="67320" cy="30240"/>
          </a:xfrm>
          <a:custGeom>
            <a:avLst/>
            <a:gdLst/>
            <a:ahLst/>
            <a:rect l="0" t="0" r="r" b="b"/>
            <a:pathLst>
              <a:path w="187" h="84">
                <a:moveTo>
                  <a:pt x="32" y="0"/>
                </a:moveTo>
                <a:lnTo>
                  <a:pt x="21" y="0"/>
                </a:lnTo>
                <a:cubicBezTo>
                  <a:pt x="9" y="0"/>
                  <a:pt x="0" y="9"/>
                  <a:pt x="0" y="21"/>
                </a:cubicBezTo>
                <a:lnTo>
                  <a:pt x="0" y="31"/>
                </a:lnTo>
                <a:lnTo>
                  <a:pt x="32" y="0"/>
                </a:lnTo>
                <a:moveTo>
                  <a:pt x="63" y="0"/>
                </a:moveTo>
                <a:lnTo>
                  <a:pt x="0" y="63"/>
                </a:lnTo>
                <a:cubicBezTo>
                  <a:pt x="0" y="70"/>
                  <a:pt x="4" y="77"/>
                  <a:pt x="9" y="80"/>
                </a:cubicBezTo>
                <a:lnTo>
                  <a:pt x="89" y="0"/>
                </a:lnTo>
                <a:lnTo>
                  <a:pt x="63" y="0"/>
                </a:lnTo>
                <a:moveTo>
                  <a:pt x="37" y="84"/>
                </a:moveTo>
                <a:lnTo>
                  <a:pt x="63" y="84"/>
                </a:lnTo>
                <a:lnTo>
                  <a:pt x="146" y="0"/>
                </a:lnTo>
                <a:lnTo>
                  <a:pt x="120" y="0"/>
                </a:lnTo>
                <a:lnTo>
                  <a:pt x="37" y="84"/>
                </a:lnTo>
                <a:moveTo>
                  <a:pt x="120" y="84"/>
                </a:moveTo>
                <a:lnTo>
                  <a:pt x="187" y="16"/>
                </a:lnTo>
                <a:cubicBezTo>
                  <a:pt x="185" y="10"/>
                  <a:pt x="181" y="5"/>
                  <a:pt x="175" y="2"/>
                </a:cubicBezTo>
                <a:lnTo>
                  <a:pt x="94" y="84"/>
                </a:lnTo>
                <a:lnTo>
                  <a:pt x="120" y="84"/>
                </a:lnTo>
                <a:moveTo>
                  <a:pt x="187" y="63"/>
                </a:moveTo>
                <a:lnTo>
                  <a:pt x="187" y="48"/>
                </a:lnTo>
                <a:lnTo>
                  <a:pt x="151" y="84"/>
                </a:lnTo>
                <a:lnTo>
                  <a:pt x="167" y="84"/>
                </a:lnTo>
                <a:cubicBezTo>
                  <a:pt x="178" y="84"/>
                  <a:pt x="187" y="75"/>
                  <a:pt x="187" y="6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633960" y="4013640"/>
            <a:ext cx="52560" cy="26280"/>
          </a:xfrm>
          <a:custGeom>
            <a:avLst/>
            <a:gdLst/>
            <a:ahLst/>
            <a:rect l="0" t="0" r="r" b="b"/>
            <a:pathLst>
              <a:path w="146" h="73">
                <a:moveTo>
                  <a:pt x="0" y="0"/>
                </a:moveTo>
                <a:lnTo>
                  <a:pt x="26" y="0"/>
                </a:lnTo>
                <a:lnTo>
                  <a:pt x="26" y="73"/>
                </a:lnTo>
                <a:lnTo>
                  <a:pt x="0" y="73"/>
                </a:lnTo>
                <a:lnTo>
                  <a:pt x="0" y="0"/>
                </a:lnTo>
                <a:moveTo>
                  <a:pt x="120" y="0"/>
                </a:moveTo>
                <a:lnTo>
                  <a:pt x="146" y="0"/>
                </a:lnTo>
                <a:lnTo>
                  <a:pt x="146" y="73"/>
                </a:lnTo>
                <a:lnTo>
                  <a:pt x="120" y="73"/>
                </a:lnTo>
                <a:lnTo>
                  <a:pt x="120" y="0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619200" y="3880080"/>
            <a:ext cx="74160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619200" y="4077720"/>
            <a:ext cx="11116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$parent (Cambios locales)"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619200" y="4208040"/>
            <a:ext cx="11530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normal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619200" y="4334760"/>
            <a:ext cx="14821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git -C $parent status -s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619200" y="4465080"/>
            <a:ext cx="7826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619200" y="4591800"/>
            <a:ext cx="23461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else if string match -q "*behind*" "$branch_info"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619200" y="4722480"/>
            <a:ext cx="14821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--bold magenta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626400" y="4984560"/>
            <a:ext cx="67320" cy="30240"/>
          </a:xfrm>
          <a:custGeom>
            <a:avLst/>
            <a:gdLst/>
            <a:ahLst/>
            <a:rect l="0" t="0" r="r" b="b"/>
            <a:pathLst>
              <a:path w="187" h="84">
                <a:moveTo>
                  <a:pt x="187" y="63"/>
                </a:moveTo>
                <a:cubicBezTo>
                  <a:pt x="187" y="74"/>
                  <a:pt x="178" y="84"/>
                  <a:pt x="167" y="84"/>
                </a:cubicBezTo>
                <a:lnTo>
                  <a:pt x="21" y="84"/>
                </a:lnTo>
                <a:cubicBezTo>
                  <a:pt x="9" y="84"/>
                  <a:pt x="0" y="74"/>
                  <a:pt x="0" y="63"/>
                </a:cubicBezTo>
                <a:lnTo>
                  <a:pt x="0" y="15"/>
                </a:lnTo>
                <a:cubicBezTo>
                  <a:pt x="0" y="4"/>
                  <a:pt x="4" y="0"/>
                  <a:pt x="16" y="0"/>
                </a:cubicBezTo>
                <a:lnTo>
                  <a:pt x="172" y="0"/>
                </a:lnTo>
                <a:cubicBezTo>
                  <a:pt x="183" y="0"/>
                  <a:pt x="187" y="4"/>
                  <a:pt x="187" y="15"/>
                </a:cubicBezTo>
                <a:lnTo>
                  <a:pt x="187" y="63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646920" y="4984560"/>
            <a:ext cx="26280" cy="13320"/>
          </a:xfrm>
          <a:custGeom>
            <a:avLst/>
            <a:gdLst/>
            <a:ahLst/>
            <a:rect l="0" t="0" r="r" b="b"/>
            <a:pathLst>
              <a:path w="73" h="37">
                <a:moveTo>
                  <a:pt x="73" y="0"/>
                </a:moveTo>
                <a:cubicBezTo>
                  <a:pt x="73" y="20"/>
                  <a:pt x="57" y="37"/>
                  <a:pt x="36" y="37"/>
                </a:cubicBezTo>
                <a:cubicBezTo>
                  <a:pt x="16" y="37"/>
                  <a:pt x="0" y="20"/>
                  <a:pt x="0" y="0"/>
                </a:cubicBezTo>
                <a:lnTo>
                  <a:pt x="73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626400" y="5006880"/>
            <a:ext cx="67320" cy="7920"/>
          </a:xfrm>
          <a:custGeom>
            <a:avLst/>
            <a:gdLst/>
            <a:ahLst/>
            <a:rect l="0" t="0" r="r" b="b"/>
            <a:pathLst>
              <a:path w="187" h="22">
                <a:moveTo>
                  <a:pt x="21" y="22"/>
                </a:moveTo>
                <a:lnTo>
                  <a:pt x="167" y="22"/>
                </a:lnTo>
                <a:cubicBezTo>
                  <a:pt x="178" y="22"/>
                  <a:pt x="187" y="12"/>
                  <a:pt x="187" y="0"/>
                </a:cubicBezTo>
                <a:lnTo>
                  <a:pt x="0" y="0"/>
                </a:lnTo>
                <a:cubicBezTo>
                  <a:pt x="0" y="12"/>
                  <a:pt x="9" y="22"/>
                  <a:pt x="21" y="22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641160" y="4947120"/>
            <a:ext cx="37440" cy="34200"/>
          </a:xfrm>
          <a:custGeom>
            <a:avLst/>
            <a:gdLst/>
            <a:ahLst/>
            <a:rect l="0" t="0" r="r" b="b"/>
            <a:pathLst>
              <a:path w="104" h="95">
                <a:moveTo>
                  <a:pt x="97" y="42"/>
                </a:moveTo>
                <a:lnTo>
                  <a:pt x="73" y="42"/>
                </a:lnTo>
                <a:lnTo>
                  <a:pt x="73" y="11"/>
                </a:lnTo>
                <a:cubicBezTo>
                  <a:pt x="73" y="5"/>
                  <a:pt x="68" y="0"/>
                  <a:pt x="62" y="0"/>
                </a:cubicBezTo>
                <a:lnTo>
                  <a:pt x="41" y="0"/>
                </a:lnTo>
                <a:cubicBezTo>
                  <a:pt x="36" y="0"/>
                  <a:pt x="31" y="5"/>
                  <a:pt x="31" y="11"/>
                </a:cubicBezTo>
                <a:lnTo>
                  <a:pt x="31" y="42"/>
                </a:lnTo>
                <a:lnTo>
                  <a:pt x="6" y="42"/>
                </a:lnTo>
                <a:cubicBezTo>
                  <a:pt x="-1" y="42"/>
                  <a:pt x="-2" y="45"/>
                  <a:pt x="2" y="49"/>
                </a:cubicBezTo>
                <a:lnTo>
                  <a:pt x="44" y="91"/>
                </a:lnTo>
                <a:cubicBezTo>
                  <a:pt x="48" y="96"/>
                  <a:pt x="55" y="96"/>
                  <a:pt x="60" y="91"/>
                </a:cubicBezTo>
                <a:lnTo>
                  <a:pt x="101" y="49"/>
                </a:lnTo>
                <a:cubicBezTo>
                  <a:pt x="105" y="45"/>
                  <a:pt x="104" y="42"/>
                  <a:pt x="97" y="42"/>
                </a:cubicBez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619200" y="4849200"/>
            <a:ext cx="74160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619200" y="5046480"/>
            <a:ext cx="119376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$parent (Pendiente de PULL)"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619200" y="5177160"/>
            <a:ext cx="11530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normal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619200" y="5303880"/>
            <a:ext cx="7826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619200" y="5434200"/>
            <a:ext cx="23047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else if string match -q "*ahead*" "$branch_info"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619200" y="5560920"/>
            <a:ext cx="13586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--bold cyan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628200" y="5805360"/>
            <a:ext cx="47160" cy="49680"/>
          </a:xfrm>
          <a:custGeom>
            <a:avLst/>
            <a:gdLst/>
            <a:ahLst/>
            <a:rect l="0" t="0" r="r" b="b"/>
            <a:pathLst>
              <a:path w="131" h="138">
                <a:moveTo>
                  <a:pt x="0" y="38"/>
                </a:moveTo>
                <a:lnTo>
                  <a:pt x="42" y="0"/>
                </a:lnTo>
                <a:lnTo>
                  <a:pt x="124" y="6"/>
                </a:lnTo>
                <a:lnTo>
                  <a:pt x="131" y="93"/>
                </a:lnTo>
                <a:lnTo>
                  <a:pt x="93" y="138"/>
                </a:lnTo>
                <a:cubicBezTo>
                  <a:pt x="93" y="138"/>
                  <a:pt x="93" y="104"/>
                  <a:pt x="62" y="71"/>
                </a:cubicBezTo>
                <a:cubicBezTo>
                  <a:pt x="31" y="38"/>
                  <a:pt x="0" y="38"/>
                  <a:pt x="0" y="38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628200" y="5827320"/>
            <a:ext cx="26640" cy="27720"/>
          </a:xfrm>
          <a:custGeom>
            <a:avLst/>
            <a:gdLst/>
            <a:ahLst/>
            <a:rect l="0" t="0" r="r" b="b"/>
            <a:pathLst>
              <a:path w="74" h="77">
                <a:moveTo>
                  <a:pt x="0" y="77"/>
                </a:moveTo>
                <a:cubicBezTo>
                  <a:pt x="0" y="77"/>
                  <a:pt x="0" y="32"/>
                  <a:pt x="15" y="16"/>
                </a:cubicBezTo>
                <a:cubicBezTo>
                  <a:pt x="32" y="-1"/>
                  <a:pt x="74" y="0"/>
                  <a:pt x="74" y="0"/>
                </a:cubicBezTo>
                <a:cubicBezTo>
                  <a:pt x="74" y="0"/>
                  <a:pt x="74" y="43"/>
                  <a:pt x="58" y="60"/>
                </a:cubicBezTo>
                <a:cubicBezTo>
                  <a:pt x="43" y="77"/>
                  <a:pt x="0" y="77"/>
                  <a:pt x="0" y="7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635760" y="5830920"/>
            <a:ext cx="15120" cy="16200"/>
          </a:xfrm>
          <a:custGeom>
            <a:avLst/>
            <a:gdLst/>
            <a:ahLst/>
            <a:rect l="0" t="0" r="r" b="b"/>
            <a:pathLst>
              <a:path w="42" h="45">
                <a:moveTo>
                  <a:pt x="42" y="22"/>
                </a:moveTo>
                <a:cubicBezTo>
                  <a:pt x="42" y="28"/>
                  <a:pt x="40" y="33"/>
                  <a:pt x="36" y="39"/>
                </a:cubicBezTo>
                <a:cubicBezTo>
                  <a:pt x="32" y="43"/>
                  <a:pt x="27" y="45"/>
                  <a:pt x="22" y="45"/>
                </a:cubicBezTo>
                <a:cubicBezTo>
                  <a:pt x="15" y="45"/>
                  <a:pt x="10" y="43"/>
                  <a:pt x="6" y="39"/>
                </a:cubicBezTo>
                <a:cubicBezTo>
                  <a:pt x="2" y="33"/>
                  <a:pt x="0" y="28"/>
                  <a:pt x="0" y="22"/>
                </a:cubicBezTo>
                <a:cubicBezTo>
                  <a:pt x="0" y="16"/>
                  <a:pt x="2" y="11"/>
                  <a:pt x="6" y="7"/>
                </a:cubicBezTo>
                <a:cubicBezTo>
                  <a:pt x="10" y="2"/>
                  <a:pt x="15" y="0"/>
                  <a:pt x="22" y="0"/>
                </a:cubicBezTo>
                <a:cubicBezTo>
                  <a:pt x="27" y="0"/>
                  <a:pt x="32" y="2"/>
                  <a:pt x="36" y="7"/>
                </a:cubicBezTo>
                <a:cubicBezTo>
                  <a:pt x="40" y="11"/>
                  <a:pt x="42" y="16"/>
                  <a:pt x="42" y="22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642960" y="5785920"/>
            <a:ext cx="51120" cy="54000"/>
          </a:xfrm>
          <a:custGeom>
            <a:avLst/>
            <a:gdLst/>
            <a:ahLst/>
            <a:rect l="0" t="0" r="r" b="b"/>
            <a:pathLst>
              <a:path w="142" h="150">
                <a:moveTo>
                  <a:pt x="142" y="0"/>
                </a:moveTo>
                <a:cubicBezTo>
                  <a:pt x="142" y="0"/>
                  <a:pt x="90" y="0"/>
                  <a:pt x="27" y="54"/>
                </a:cubicBezTo>
                <a:cubicBezTo>
                  <a:pt x="-4" y="82"/>
                  <a:pt x="-4" y="131"/>
                  <a:pt x="7" y="143"/>
                </a:cubicBezTo>
                <a:cubicBezTo>
                  <a:pt x="17" y="154"/>
                  <a:pt x="64" y="154"/>
                  <a:pt x="90" y="120"/>
                </a:cubicBezTo>
                <a:cubicBezTo>
                  <a:pt x="142" y="54"/>
                  <a:pt x="142" y="0"/>
                  <a:pt x="142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669960" y="5795640"/>
            <a:ext cx="14400" cy="15480"/>
          </a:xfrm>
          <a:custGeom>
            <a:avLst/>
            <a:gdLst/>
            <a:ahLst/>
            <a:rect l="0" t="0" r="r" b="b"/>
            <a:pathLst>
              <a:path w="40" h="43">
                <a:moveTo>
                  <a:pt x="19" y="0"/>
                </a:moveTo>
                <a:cubicBezTo>
                  <a:pt x="10" y="0"/>
                  <a:pt x="3" y="5"/>
                  <a:pt x="0" y="13"/>
                </a:cubicBezTo>
                <a:cubicBezTo>
                  <a:pt x="3" y="12"/>
                  <a:pt x="5" y="11"/>
                  <a:pt x="8" y="11"/>
                </a:cubicBezTo>
                <a:cubicBezTo>
                  <a:pt x="20" y="11"/>
                  <a:pt x="29" y="21"/>
                  <a:pt x="29" y="33"/>
                </a:cubicBezTo>
                <a:cubicBezTo>
                  <a:pt x="29" y="37"/>
                  <a:pt x="28" y="40"/>
                  <a:pt x="27" y="43"/>
                </a:cubicBezTo>
                <a:cubicBezTo>
                  <a:pt x="35" y="39"/>
                  <a:pt x="40" y="31"/>
                  <a:pt x="40" y="22"/>
                </a:cubicBezTo>
                <a:cubicBezTo>
                  <a:pt x="40" y="10"/>
                  <a:pt x="30" y="0"/>
                  <a:pt x="19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641160" y="5811120"/>
            <a:ext cx="28440" cy="29880"/>
          </a:xfrm>
          <a:custGeom>
            <a:avLst/>
            <a:gdLst/>
            <a:ahLst/>
            <a:rect l="0" t="0" r="r" b="b"/>
            <a:pathLst>
              <a:path w="79" h="83">
                <a:moveTo>
                  <a:pt x="0" y="83"/>
                </a:moveTo>
                <a:cubicBezTo>
                  <a:pt x="0" y="83"/>
                  <a:pt x="0" y="61"/>
                  <a:pt x="6" y="55"/>
                </a:cubicBezTo>
                <a:cubicBezTo>
                  <a:pt x="11" y="49"/>
                  <a:pt x="74" y="-6"/>
                  <a:pt x="79" y="0"/>
                </a:cubicBezTo>
                <a:cubicBezTo>
                  <a:pt x="84" y="5"/>
                  <a:pt x="31" y="72"/>
                  <a:pt x="26" y="77"/>
                </a:cubicBezTo>
                <a:cubicBezTo>
                  <a:pt x="21" y="83"/>
                  <a:pt x="0" y="83"/>
                  <a:pt x="0" y="83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619200" y="5691240"/>
            <a:ext cx="74160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619200" y="5888880"/>
            <a:ext cx="119376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$parent (Pendiente de PUSH)"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619200" y="6015600"/>
            <a:ext cx="11530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normal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619200" y="6145920"/>
            <a:ext cx="7826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619200" y="6272640"/>
            <a:ext cx="4942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else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619200" y="6402960"/>
            <a:ext cx="10706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set_color grey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626760" y="6629760"/>
            <a:ext cx="66600" cy="65160"/>
          </a:xfrm>
          <a:custGeom>
            <a:avLst/>
            <a:gdLst/>
            <a:ahLst/>
            <a:rect l="0" t="0" r="r" b="b"/>
            <a:pathLst>
              <a:path w="185" h="181">
                <a:moveTo>
                  <a:pt x="178" y="2"/>
                </a:moveTo>
                <a:cubicBezTo>
                  <a:pt x="171" y="-2"/>
                  <a:pt x="162" y="0"/>
                  <a:pt x="157" y="7"/>
                </a:cubicBezTo>
                <a:lnTo>
                  <a:pt x="70" y="142"/>
                </a:lnTo>
                <a:lnTo>
                  <a:pt x="27" y="103"/>
                </a:lnTo>
                <a:cubicBezTo>
                  <a:pt x="21" y="97"/>
                  <a:pt x="11" y="97"/>
                  <a:pt x="4" y="104"/>
                </a:cubicBezTo>
                <a:cubicBezTo>
                  <a:pt x="-1" y="110"/>
                  <a:pt x="-1" y="120"/>
                  <a:pt x="5" y="126"/>
                </a:cubicBezTo>
                <a:lnTo>
                  <a:pt x="62" y="177"/>
                </a:lnTo>
                <a:cubicBezTo>
                  <a:pt x="62" y="177"/>
                  <a:pt x="64" y="178"/>
                  <a:pt x="64" y="179"/>
                </a:cubicBezTo>
                <a:cubicBezTo>
                  <a:pt x="67" y="181"/>
                  <a:pt x="70" y="181"/>
                  <a:pt x="73" y="181"/>
                </a:cubicBezTo>
                <a:cubicBezTo>
                  <a:pt x="78" y="181"/>
                  <a:pt x="83" y="179"/>
                  <a:pt x="86" y="174"/>
                </a:cubicBezTo>
                <a:lnTo>
                  <a:pt x="183" y="24"/>
                </a:lnTo>
                <a:cubicBezTo>
                  <a:pt x="188" y="17"/>
                  <a:pt x="186" y="7"/>
                  <a:pt x="178" y="2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619200" y="6529680"/>
            <a:ext cx="74160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   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619200" y="6727320"/>
            <a:ext cx="37080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540" spc="-1" strike="noStrike">
                <a:solidFill>
                  <a:srgbClr val="1f2328"/>
                </a:solidFill>
                <a:latin typeface="Courier New"/>
                <a:ea typeface="Courier New"/>
              </a:rPr>
              <a:t>$parent"</a:t>
            </a:r>
            <a:endParaRPr b="0" lang="en-US" sz="54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461880" y="2957400"/>
            <a:ext cx="11268360" cy="2819520"/>
          </a:xfrm>
          <a:custGeom>
            <a:avLst/>
            <a:gdLst/>
            <a:ahLst/>
            <a:rect l="0" t="0" r="r" b="b"/>
            <a:pathLst>
              <a:path w="31301" h="7832">
                <a:moveTo>
                  <a:pt x="0" y="7634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7634"/>
                </a:lnTo>
                <a:cubicBezTo>
                  <a:pt x="31301" y="7647"/>
                  <a:pt x="31300" y="7660"/>
                  <a:pt x="31297" y="7673"/>
                </a:cubicBezTo>
                <a:cubicBezTo>
                  <a:pt x="31295" y="7686"/>
                  <a:pt x="31291" y="7698"/>
                  <a:pt x="31286" y="7710"/>
                </a:cubicBezTo>
                <a:cubicBezTo>
                  <a:pt x="31281" y="7722"/>
                  <a:pt x="31275" y="7733"/>
                  <a:pt x="31267" y="7744"/>
                </a:cubicBezTo>
                <a:cubicBezTo>
                  <a:pt x="31260" y="7755"/>
                  <a:pt x="31252" y="7765"/>
                  <a:pt x="31243" y="7774"/>
                </a:cubicBezTo>
                <a:cubicBezTo>
                  <a:pt x="31234" y="7784"/>
                  <a:pt x="31224" y="7792"/>
                  <a:pt x="31213" y="7799"/>
                </a:cubicBezTo>
                <a:cubicBezTo>
                  <a:pt x="31202" y="7806"/>
                  <a:pt x="31190" y="7812"/>
                  <a:pt x="31178" y="7817"/>
                </a:cubicBezTo>
                <a:cubicBezTo>
                  <a:pt x="31166" y="7822"/>
                  <a:pt x="31154" y="7826"/>
                  <a:pt x="31141" y="7829"/>
                </a:cubicBezTo>
                <a:cubicBezTo>
                  <a:pt x="31128" y="7831"/>
                  <a:pt x="31116" y="7832"/>
                  <a:pt x="31102" y="7832"/>
                </a:cubicBezTo>
                <a:lnTo>
                  <a:pt x="198" y="7832"/>
                </a:lnTo>
                <a:cubicBezTo>
                  <a:pt x="185" y="7832"/>
                  <a:pt x="172" y="7831"/>
                  <a:pt x="159" y="7829"/>
                </a:cubicBezTo>
                <a:cubicBezTo>
                  <a:pt x="147" y="7826"/>
                  <a:pt x="134" y="7822"/>
                  <a:pt x="122" y="7817"/>
                </a:cubicBezTo>
                <a:cubicBezTo>
                  <a:pt x="110" y="7812"/>
                  <a:pt x="99" y="7806"/>
                  <a:pt x="88" y="7799"/>
                </a:cubicBezTo>
                <a:cubicBezTo>
                  <a:pt x="77" y="7792"/>
                  <a:pt x="67" y="7784"/>
                  <a:pt x="58" y="7774"/>
                </a:cubicBezTo>
                <a:cubicBezTo>
                  <a:pt x="49" y="7765"/>
                  <a:pt x="40" y="7755"/>
                  <a:pt x="33" y="7744"/>
                </a:cubicBezTo>
                <a:cubicBezTo>
                  <a:pt x="26" y="7733"/>
                  <a:pt x="20" y="7722"/>
                  <a:pt x="15" y="7710"/>
                </a:cubicBezTo>
                <a:cubicBezTo>
                  <a:pt x="10" y="7698"/>
                  <a:pt x="6" y="7686"/>
                  <a:pt x="4" y="7673"/>
                </a:cubicBezTo>
                <a:cubicBezTo>
                  <a:pt x="1" y="7660"/>
                  <a:pt x="0" y="7647"/>
                  <a:pt x="0" y="7634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461880" y="2957400"/>
            <a:ext cx="11268360" cy="2819520"/>
          </a:xfrm>
          <a:custGeom>
            <a:avLst/>
            <a:gdLst/>
            <a:ahLst/>
            <a:rect l="0" t="0" r="r" b="b"/>
            <a:pathLst>
              <a:path w="31301" h="7832">
                <a:moveTo>
                  <a:pt x="0" y="7634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7634"/>
                </a:lnTo>
                <a:cubicBezTo>
                  <a:pt x="31301" y="7647"/>
                  <a:pt x="31300" y="7660"/>
                  <a:pt x="31297" y="7673"/>
                </a:cubicBezTo>
                <a:cubicBezTo>
                  <a:pt x="31295" y="7686"/>
                  <a:pt x="31291" y="7698"/>
                  <a:pt x="31286" y="7710"/>
                </a:cubicBezTo>
                <a:cubicBezTo>
                  <a:pt x="31281" y="7722"/>
                  <a:pt x="31275" y="7733"/>
                  <a:pt x="31267" y="7744"/>
                </a:cubicBezTo>
                <a:cubicBezTo>
                  <a:pt x="31260" y="7755"/>
                  <a:pt x="31252" y="7765"/>
                  <a:pt x="31243" y="7774"/>
                </a:cubicBezTo>
                <a:cubicBezTo>
                  <a:pt x="31234" y="7784"/>
                  <a:pt x="31224" y="7792"/>
                  <a:pt x="31213" y="7799"/>
                </a:cubicBezTo>
                <a:cubicBezTo>
                  <a:pt x="31202" y="7806"/>
                  <a:pt x="31190" y="7812"/>
                  <a:pt x="31178" y="7817"/>
                </a:cubicBezTo>
                <a:cubicBezTo>
                  <a:pt x="31166" y="7822"/>
                  <a:pt x="31154" y="7826"/>
                  <a:pt x="31141" y="7829"/>
                </a:cubicBezTo>
                <a:cubicBezTo>
                  <a:pt x="31128" y="7831"/>
                  <a:pt x="31116" y="7832"/>
                  <a:pt x="31102" y="7832"/>
                </a:cubicBezTo>
                <a:lnTo>
                  <a:pt x="198" y="7832"/>
                </a:lnTo>
                <a:cubicBezTo>
                  <a:pt x="185" y="7832"/>
                  <a:pt x="172" y="7831"/>
                  <a:pt x="159" y="7829"/>
                </a:cubicBezTo>
                <a:cubicBezTo>
                  <a:pt x="147" y="7826"/>
                  <a:pt x="134" y="7822"/>
                  <a:pt x="122" y="7817"/>
                </a:cubicBezTo>
                <a:cubicBezTo>
                  <a:pt x="110" y="7812"/>
                  <a:pt x="99" y="7806"/>
                  <a:pt x="88" y="7799"/>
                </a:cubicBezTo>
                <a:cubicBezTo>
                  <a:pt x="77" y="7792"/>
                  <a:pt x="67" y="7784"/>
                  <a:pt x="58" y="7774"/>
                </a:cubicBezTo>
                <a:cubicBezTo>
                  <a:pt x="49" y="7765"/>
                  <a:pt x="40" y="7755"/>
                  <a:pt x="33" y="7744"/>
                </a:cubicBezTo>
                <a:cubicBezTo>
                  <a:pt x="26" y="7733"/>
                  <a:pt x="20" y="7722"/>
                  <a:pt x="15" y="7710"/>
                </a:cubicBezTo>
                <a:cubicBezTo>
                  <a:pt x="10" y="7698"/>
                  <a:pt x="6" y="7686"/>
                  <a:pt x="4" y="7673"/>
                </a:cubicBezTo>
                <a:cubicBezTo>
                  <a:pt x="1" y="7660"/>
                  <a:pt x="0" y="7647"/>
                  <a:pt x="0" y="7634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8" name=""/>
          <p:cNvSpPr txBox="1"/>
          <p:nvPr/>
        </p:nvSpPr>
        <p:spPr>
          <a:xfrm>
            <a:off x="457200" y="1103400"/>
            <a:ext cx="839340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statussearch: Salida de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639360" y="3118680"/>
            <a:ext cx="169920" cy="166680"/>
          </a:xfrm>
          <a:custGeom>
            <a:avLst/>
            <a:gdLst/>
            <a:ahLst/>
            <a:rect l="0" t="0" r="r" b="b"/>
            <a:pathLst>
              <a:path w="472" h="463">
                <a:moveTo>
                  <a:pt x="454" y="7"/>
                </a:moveTo>
                <a:cubicBezTo>
                  <a:pt x="436" y="-5"/>
                  <a:pt x="411" y="0"/>
                  <a:pt x="399" y="18"/>
                </a:cubicBezTo>
                <a:lnTo>
                  <a:pt x="176" y="362"/>
                </a:lnTo>
                <a:lnTo>
                  <a:pt x="67" y="261"/>
                </a:lnTo>
                <a:cubicBezTo>
                  <a:pt x="51" y="246"/>
                  <a:pt x="26" y="247"/>
                  <a:pt x="11" y="263"/>
                </a:cubicBezTo>
                <a:cubicBezTo>
                  <a:pt x="-4" y="279"/>
                  <a:pt x="-3" y="304"/>
                  <a:pt x="13" y="319"/>
                </a:cubicBezTo>
                <a:lnTo>
                  <a:pt x="156" y="452"/>
                </a:lnTo>
                <a:cubicBezTo>
                  <a:pt x="156" y="452"/>
                  <a:pt x="160" y="455"/>
                  <a:pt x="162" y="456"/>
                </a:cubicBezTo>
                <a:cubicBezTo>
                  <a:pt x="169" y="461"/>
                  <a:pt x="176" y="463"/>
                  <a:pt x="183" y="463"/>
                </a:cubicBezTo>
                <a:cubicBezTo>
                  <a:pt x="196" y="463"/>
                  <a:pt x="209" y="456"/>
                  <a:pt x="217" y="445"/>
                </a:cubicBezTo>
                <a:lnTo>
                  <a:pt x="466" y="61"/>
                </a:lnTo>
                <a:cubicBezTo>
                  <a:pt x="478" y="43"/>
                  <a:pt x="472" y="18"/>
                  <a:pt x="454" y="7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457200" y="1856160"/>
            <a:ext cx="255492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ejemplo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637920" y="3966840"/>
            <a:ext cx="171720" cy="76680"/>
          </a:xfrm>
          <a:custGeom>
            <a:avLst/>
            <a:gdLst/>
            <a:ahLst/>
            <a:rect l="0" t="0" r="r" b="b"/>
            <a:pathLst>
              <a:path w="477" h="213">
                <a:moveTo>
                  <a:pt x="477" y="160"/>
                </a:moveTo>
                <a:cubicBezTo>
                  <a:pt x="477" y="189"/>
                  <a:pt x="454" y="213"/>
                  <a:pt x="425" y="213"/>
                </a:cubicBezTo>
                <a:lnTo>
                  <a:pt x="53" y="213"/>
                </a:lnTo>
                <a:cubicBezTo>
                  <a:pt x="24" y="213"/>
                  <a:pt x="0" y="189"/>
                  <a:pt x="0" y="160"/>
                </a:cubicBezTo>
                <a:lnTo>
                  <a:pt x="0" y="53"/>
                </a:lnTo>
                <a:cubicBezTo>
                  <a:pt x="0" y="24"/>
                  <a:pt x="24" y="0"/>
                  <a:pt x="53" y="0"/>
                </a:cubicBezTo>
                <a:lnTo>
                  <a:pt x="425" y="0"/>
                </a:lnTo>
                <a:cubicBezTo>
                  <a:pt x="454" y="0"/>
                  <a:pt x="477" y="24"/>
                  <a:pt x="477" y="53"/>
                </a:cubicBezTo>
                <a:lnTo>
                  <a:pt x="477" y="160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637920" y="3966840"/>
            <a:ext cx="171720" cy="76680"/>
          </a:xfrm>
          <a:custGeom>
            <a:avLst/>
            <a:gdLst/>
            <a:ahLst/>
            <a:rect l="0" t="0" r="r" b="b"/>
            <a:pathLst>
              <a:path w="477" h="213">
                <a:moveTo>
                  <a:pt x="80" y="0"/>
                </a:moveTo>
                <a:lnTo>
                  <a:pt x="53" y="0"/>
                </a:lnTo>
                <a:cubicBezTo>
                  <a:pt x="24" y="0"/>
                  <a:pt x="0" y="24"/>
                  <a:pt x="0" y="53"/>
                </a:cubicBezTo>
                <a:lnTo>
                  <a:pt x="0" y="81"/>
                </a:lnTo>
                <a:lnTo>
                  <a:pt x="80" y="0"/>
                </a:lnTo>
                <a:moveTo>
                  <a:pt x="159" y="0"/>
                </a:moveTo>
                <a:lnTo>
                  <a:pt x="0" y="160"/>
                </a:lnTo>
                <a:cubicBezTo>
                  <a:pt x="0" y="178"/>
                  <a:pt x="9" y="194"/>
                  <a:pt x="23" y="204"/>
                </a:cubicBezTo>
                <a:lnTo>
                  <a:pt x="225" y="0"/>
                </a:lnTo>
                <a:lnTo>
                  <a:pt x="159" y="0"/>
                </a:lnTo>
                <a:moveTo>
                  <a:pt x="93" y="213"/>
                </a:moveTo>
                <a:lnTo>
                  <a:pt x="159" y="213"/>
                </a:lnTo>
                <a:lnTo>
                  <a:pt x="372" y="0"/>
                </a:lnTo>
                <a:lnTo>
                  <a:pt x="304" y="0"/>
                </a:lnTo>
                <a:lnTo>
                  <a:pt x="93" y="213"/>
                </a:lnTo>
                <a:moveTo>
                  <a:pt x="304" y="213"/>
                </a:moveTo>
                <a:lnTo>
                  <a:pt x="476" y="42"/>
                </a:lnTo>
                <a:cubicBezTo>
                  <a:pt x="472" y="25"/>
                  <a:pt x="461" y="12"/>
                  <a:pt x="446" y="5"/>
                </a:cubicBezTo>
                <a:lnTo>
                  <a:pt x="238" y="213"/>
                </a:lnTo>
                <a:lnTo>
                  <a:pt x="304" y="213"/>
                </a:lnTo>
                <a:moveTo>
                  <a:pt x="477" y="160"/>
                </a:moveTo>
                <a:lnTo>
                  <a:pt x="477" y="120"/>
                </a:lnTo>
                <a:lnTo>
                  <a:pt x="385" y="213"/>
                </a:lnTo>
                <a:lnTo>
                  <a:pt x="425" y="213"/>
                </a:lnTo>
                <a:cubicBezTo>
                  <a:pt x="454" y="213"/>
                  <a:pt x="477" y="189"/>
                  <a:pt x="477" y="160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657000" y="4043160"/>
            <a:ext cx="133920" cy="66960"/>
          </a:xfrm>
          <a:custGeom>
            <a:avLst/>
            <a:gdLst/>
            <a:ahLst/>
            <a:rect l="0" t="0" r="r" b="b"/>
            <a:pathLst>
              <a:path w="372" h="186">
                <a:moveTo>
                  <a:pt x="0" y="0"/>
                </a:moveTo>
                <a:lnTo>
                  <a:pt x="66" y="0"/>
                </a:lnTo>
                <a:lnTo>
                  <a:pt x="66" y="186"/>
                </a:lnTo>
                <a:lnTo>
                  <a:pt x="0" y="186"/>
                </a:lnTo>
                <a:lnTo>
                  <a:pt x="0" y="0"/>
                </a:lnTo>
                <a:moveTo>
                  <a:pt x="305" y="0"/>
                </a:moveTo>
                <a:lnTo>
                  <a:pt x="372" y="0"/>
                </a:lnTo>
                <a:lnTo>
                  <a:pt x="372" y="186"/>
                </a:lnTo>
                <a:lnTo>
                  <a:pt x="305" y="186"/>
                </a:lnTo>
                <a:lnTo>
                  <a:pt x="305" y="0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619200" y="3368160"/>
            <a:ext cx="21204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./path/to/repo1-dev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619200" y="4206240"/>
            <a:ext cx="3606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./path/to/repo2 (Cambios locales)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637920" y="5209920"/>
            <a:ext cx="171720" cy="76680"/>
          </a:xfrm>
          <a:custGeom>
            <a:avLst/>
            <a:gdLst/>
            <a:ahLst/>
            <a:rect l="0" t="0" r="r" b="b"/>
            <a:pathLst>
              <a:path w="477" h="213">
                <a:moveTo>
                  <a:pt x="477" y="159"/>
                </a:moveTo>
                <a:cubicBezTo>
                  <a:pt x="477" y="188"/>
                  <a:pt x="454" y="213"/>
                  <a:pt x="425" y="213"/>
                </a:cubicBezTo>
                <a:lnTo>
                  <a:pt x="53" y="213"/>
                </a:lnTo>
                <a:cubicBezTo>
                  <a:pt x="24" y="213"/>
                  <a:pt x="0" y="188"/>
                  <a:pt x="0" y="159"/>
                </a:cubicBezTo>
                <a:lnTo>
                  <a:pt x="0" y="40"/>
                </a:lnTo>
                <a:cubicBezTo>
                  <a:pt x="0" y="11"/>
                  <a:pt x="11" y="0"/>
                  <a:pt x="40" y="0"/>
                </a:cubicBezTo>
                <a:lnTo>
                  <a:pt x="438" y="0"/>
                </a:lnTo>
                <a:cubicBezTo>
                  <a:pt x="467" y="0"/>
                  <a:pt x="477" y="11"/>
                  <a:pt x="477" y="40"/>
                </a:cubicBezTo>
                <a:lnTo>
                  <a:pt x="477" y="159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690480" y="5209920"/>
            <a:ext cx="66960" cy="33840"/>
          </a:xfrm>
          <a:custGeom>
            <a:avLst/>
            <a:gdLst/>
            <a:ahLst/>
            <a:rect l="0" t="0" r="r" b="b"/>
            <a:pathLst>
              <a:path w="186" h="94">
                <a:moveTo>
                  <a:pt x="186" y="0"/>
                </a:moveTo>
                <a:cubicBezTo>
                  <a:pt x="186" y="52"/>
                  <a:pt x="144" y="94"/>
                  <a:pt x="93" y="94"/>
                </a:cubicBezTo>
                <a:cubicBezTo>
                  <a:pt x="42" y="94"/>
                  <a:pt x="0" y="52"/>
                  <a:pt x="0" y="0"/>
                </a:cubicBezTo>
                <a:lnTo>
                  <a:pt x="186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637920" y="5267160"/>
            <a:ext cx="171720" cy="19440"/>
          </a:xfrm>
          <a:custGeom>
            <a:avLst/>
            <a:gdLst/>
            <a:ahLst/>
            <a:rect l="0" t="0" r="r" b="b"/>
            <a:pathLst>
              <a:path w="477" h="54">
                <a:moveTo>
                  <a:pt x="53" y="54"/>
                </a:moveTo>
                <a:lnTo>
                  <a:pt x="425" y="54"/>
                </a:lnTo>
                <a:cubicBezTo>
                  <a:pt x="454" y="54"/>
                  <a:pt x="477" y="30"/>
                  <a:pt x="477" y="0"/>
                </a:cubicBezTo>
                <a:lnTo>
                  <a:pt x="0" y="0"/>
                </a:lnTo>
                <a:cubicBezTo>
                  <a:pt x="0" y="30"/>
                  <a:pt x="24" y="54"/>
                  <a:pt x="53" y="54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676080" y="5114880"/>
            <a:ext cx="95040" cy="86040"/>
          </a:xfrm>
          <a:custGeom>
            <a:avLst/>
            <a:gdLst/>
            <a:ahLst/>
            <a:rect l="0" t="0" r="r" b="b"/>
            <a:pathLst>
              <a:path w="264" h="239">
                <a:moveTo>
                  <a:pt x="249" y="105"/>
                </a:moveTo>
                <a:lnTo>
                  <a:pt x="185" y="105"/>
                </a:lnTo>
                <a:lnTo>
                  <a:pt x="185" y="26"/>
                </a:lnTo>
                <a:cubicBezTo>
                  <a:pt x="185" y="11"/>
                  <a:pt x="174" y="0"/>
                  <a:pt x="159" y="0"/>
                </a:cubicBezTo>
                <a:lnTo>
                  <a:pt x="106" y="0"/>
                </a:lnTo>
                <a:cubicBezTo>
                  <a:pt x="91" y="0"/>
                  <a:pt x="79" y="11"/>
                  <a:pt x="79" y="26"/>
                </a:cubicBezTo>
                <a:lnTo>
                  <a:pt x="79" y="105"/>
                </a:lnTo>
                <a:lnTo>
                  <a:pt x="15" y="105"/>
                </a:lnTo>
                <a:cubicBezTo>
                  <a:pt x="-1" y="105"/>
                  <a:pt x="-5" y="114"/>
                  <a:pt x="7" y="125"/>
                </a:cubicBezTo>
                <a:lnTo>
                  <a:pt x="112" y="230"/>
                </a:lnTo>
                <a:cubicBezTo>
                  <a:pt x="123" y="242"/>
                  <a:pt x="142" y="242"/>
                  <a:pt x="153" y="230"/>
                </a:cubicBezTo>
                <a:lnTo>
                  <a:pt x="257" y="125"/>
                </a:lnTo>
                <a:cubicBezTo>
                  <a:pt x="269" y="114"/>
                  <a:pt x="265" y="105"/>
                  <a:pt x="249" y="105"/>
                </a:cubicBez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619200" y="4539600"/>
            <a:ext cx="2333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M project/src/test.c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619200" y="5368320"/>
            <a:ext cx="5515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./path/to/repo3/README_tutorial (Pendiente de PULL)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461880" y="2147760"/>
            <a:ext cx="11268360" cy="5353200"/>
          </a:xfrm>
          <a:custGeom>
            <a:avLst/>
            <a:gdLst/>
            <a:ahLst/>
            <a:rect l="0" t="0" r="r" b="b"/>
            <a:pathLst>
              <a:path w="31301" h="14870">
                <a:moveTo>
                  <a:pt x="0" y="146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4672"/>
                </a:lnTo>
                <a:cubicBezTo>
                  <a:pt x="31301" y="14685"/>
                  <a:pt x="31300" y="14698"/>
                  <a:pt x="31297" y="14711"/>
                </a:cubicBezTo>
                <a:cubicBezTo>
                  <a:pt x="31295" y="14723"/>
                  <a:pt x="31291" y="14736"/>
                  <a:pt x="31286" y="14748"/>
                </a:cubicBezTo>
                <a:cubicBezTo>
                  <a:pt x="31281" y="14760"/>
                  <a:pt x="31275" y="14771"/>
                  <a:pt x="31267" y="14782"/>
                </a:cubicBezTo>
                <a:cubicBezTo>
                  <a:pt x="31260" y="14793"/>
                  <a:pt x="31252" y="14803"/>
                  <a:pt x="31243" y="14812"/>
                </a:cubicBezTo>
                <a:cubicBezTo>
                  <a:pt x="31234" y="14822"/>
                  <a:pt x="31224" y="14830"/>
                  <a:pt x="31213" y="14837"/>
                </a:cubicBezTo>
                <a:cubicBezTo>
                  <a:pt x="31202" y="14844"/>
                  <a:pt x="31190" y="14850"/>
                  <a:pt x="31178" y="14855"/>
                </a:cubicBezTo>
                <a:cubicBezTo>
                  <a:pt x="31166" y="14860"/>
                  <a:pt x="31154" y="14864"/>
                  <a:pt x="31141" y="14867"/>
                </a:cubicBezTo>
                <a:cubicBezTo>
                  <a:pt x="31128" y="14869"/>
                  <a:pt x="31116" y="14870"/>
                  <a:pt x="31102" y="14870"/>
                </a:cubicBezTo>
                <a:lnTo>
                  <a:pt x="198" y="14870"/>
                </a:lnTo>
                <a:cubicBezTo>
                  <a:pt x="185" y="14870"/>
                  <a:pt x="172" y="14869"/>
                  <a:pt x="159" y="14867"/>
                </a:cubicBezTo>
                <a:cubicBezTo>
                  <a:pt x="147" y="14864"/>
                  <a:pt x="134" y="14860"/>
                  <a:pt x="122" y="14855"/>
                </a:cubicBezTo>
                <a:cubicBezTo>
                  <a:pt x="110" y="14850"/>
                  <a:pt x="99" y="14844"/>
                  <a:pt x="88" y="14837"/>
                </a:cubicBezTo>
                <a:cubicBezTo>
                  <a:pt x="77" y="14830"/>
                  <a:pt x="67" y="14822"/>
                  <a:pt x="58" y="14812"/>
                </a:cubicBezTo>
                <a:cubicBezTo>
                  <a:pt x="49" y="14803"/>
                  <a:pt x="40" y="14793"/>
                  <a:pt x="33" y="14782"/>
                </a:cubicBezTo>
                <a:cubicBezTo>
                  <a:pt x="26" y="14771"/>
                  <a:pt x="20" y="14760"/>
                  <a:pt x="15" y="14748"/>
                </a:cubicBezTo>
                <a:cubicBezTo>
                  <a:pt x="10" y="14736"/>
                  <a:pt x="6" y="14723"/>
                  <a:pt x="4" y="14711"/>
                </a:cubicBezTo>
                <a:cubicBezTo>
                  <a:pt x="1" y="14698"/>
                  <a:pt x="0" y="14685"/>
                  <a:pt x="0" y="14672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461880" y="2147760"/>
            <a:ext cx="11268360" cy="5353200"/>
          </a:xfrm>
          <a:custGeom>
            <a:avLst/>
            <a:gdLst/>
            <a:ahLst/>
            <a:rect l="0" t="0" r="r" b="b"/>
            <a:pathLst>
              <a:path w="31301" h="14870">
                <a:moveTo>
                  <a:pt x="0" y="146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14672"/>
                </a:lnTo>
                <a:cubicBezTo>
                  <a:pt x="31301" y="14685"/>
                  <a:pt x="31300" y="14698"/>
                  <a:pt x="31297" y="14711"/>
                </a:cubicBezTo>
                <a:cubicBezTo>
                  <a:pt x="31295" y="14723"/>
                  <a:pt x="31291" y="14736"/>
                  <a:pt x="31286" y="14748"/>
                </a:cubicBezTo>
                <a:cubicBezTo>
                  <a:pt x="31281" y="14760"/>
                  <a:pt x="31275" y="14771"/>
                  <a:pt x="31267" y="14782"/>
                </a:cubicBezTo>
                <a:cubicBezTo>
                  <a:pt x="31260" y="14793"/>
                  <a:pt x="31252" y="14803"/>
                  <a:pt x="31243" y="14812"/>
                </a:cubicBezTo>
                <a:cubicBezTo>
                  <a:pt x="31234" y="14822"/>
                  <a:pt x="31224" y="14830"/>
                  <a:pt x="31213" y="14837"/>
                </a:cubicBezTo>
                <a:cubicBezTo>
                  <a:pt x="31202" y="14844"/>
                  <a:pt x="31190" y="14850"/>
                  <a:pt x="31178" y="14855"/>
                </a:cubicBezTo>
                <a:cubicBezTo>
                  <a:pt x="31166" y="14860"/>
                  <a:pt x="31154" y="14864"/>
                  <a:pt x="31141" y="14867"/>
                </a:cubicBezTo>
                <a:cubicBezTo>
                  <a:pt x="31128" y="14869"/>
                  <a:pt x="31116" y="14870"/>
                  <a:pt x="31102" y="14870"/>
                </a:cubicBezTo>
                <a:lnTo>
                  <a:pt x="198" y="14870"/>
                </a:lnTo>
                <a:cubicBezTo>
                  <a:pt x="185" y="14870"/>
                  <a:pt x="172" y="14869"/>
                  <a:pt x="159" y="14867"/>
                </a:cubicBezTo>
                <a:cubicBezTo>
                  <a:pt x="147" y="14864"/>
                  <a:pt x="134" y="14860"/>
                  <a:pt x="122" y="14855"/>
                </a:cubicBezTo>
                <a:cubicBezTo>
                  <a:pt x="110" y="14850"/>
                  <a:pt x="99" y="14844"/>
                  <a:pt x="88" y="14837"/>
                </a:cubicBezTo>
                <a:cubicBezTo>
                  <a:pt x="77" y="14830"/>
                  <a:pt x="67" y="14822"/>
                  <a:pt x="58" y="14812"/>
                </a:cubicBezTo>
                <a:cubicBezTo>
                  <a:pt x="49" y="14803"/>
                  <a:pt x="40" y="14793"/>
                  <a:pt x="33" y="14782"/>
                </a:cubicBezTo>
                <a:cubicBezTo>
                  <a:pt x="26" y="14771"/>
                  <a:pt x="20" y="14760"/>
                  <a:pt x="15" y="14748"/>
                </a:cubicBezTo>
                <a:cubicBezTo>
                  <a:pt x="10" y="14736"/>
                  <a:pt x="6" y="14723"/>
                  <a:pt x="4" y="14711"/>
                </a:cubicBezTo>
                <a:cubicBezTo>
                  <a:pt x="1" y="14698"/>
                  <a:pt x="0" y="14685"/>
                  <a:pt x="0" y="14672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457200" y="484560"/>
            <a:ext cx="620352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list_declarations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457200" y="1627200"/>
            <a:ext cx="82760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Escanea archivos C extrayendo firmas de funciones: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619200" y="2378880"/>
            <a:ext cx="2472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function list_declarations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619200" y="2679480"/>
            <a:ext cx="294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if test (count $argv) -eq 0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619200" y="2971080"/>
            <a:ext cx="6562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"Usage: list_declarations file1.c file2.c ..."; return 1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619200" y="3271680"/>
            <a:ext cx="665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end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619200" y="3863880"/>
            <a:ext cx="1995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for file in $argv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619200" y="4155840"/>
            <a:ext cx="2282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regex '^'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619200" y="4456080"/>
            <a:ext cx="4659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set regex "$regex""[ \t]*(static[ \t]+)?"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619200" y="4748040"/>
            <a:ext cx="4755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set regex "$regex""[a-zA-Z_][a-zA-Z0-9_]*"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619200" y="5048640"/>
            <a:ext cx="3708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set regex "$regex""([ \t]|\*)+"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619200" y="5340240"/>
            <a:ext cx="4755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set regex "$regex""[a-zA-Z_][a-zA-Z0-9_]*"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619200" y="5640840"/>
            <a:ext cx="3423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set regex "$regex""[ \t]*\("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619200" y="5932800"/>
            <a:ext cx="8083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-l output (command awk "/$regex/ { print \$0 \";\" }" $file | tr -d '\r')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619200" y="6233040"/>
            <a:ext cx="3898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echo "// $file N:"(count $output)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619200" y="6525000"/>
            <a:ext cx="2853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        </a:t>
            </a:r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string join \n $output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1189800" y="6825240"/>
            <a:ext cx="158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50" spc="-1" strike="noStrike">
                <a:solidFill>
                  <a:srgbClr val="1f2328"/>
                </a:solidFill>
                <a:latin typeface="Courier New"/>
                <a:ea typeface="Courier New"/>
              </a:rPr>
              <a:t>d</a:t>
            </a:r>
            <a:endParaRPr b="0" lang="en-US" sz="12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461880" y="2909880"/>
            <a:ext cx="11268360" cy="2619720"/>
          </a:xfrm>
          <a:custGeom>
            <a:avLst/>
            <a:gdLst/>
            <a:ahLst/>
            <a:rect l="0" t="0" r="r" b="b"/>
            <a:pathLst>
              <a:path w="31301" h="7277">
                <a:moveTo>
                  <a:pt x="0" y="70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3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8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6"/>
                  <a:pt x="31297" y="159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7078"/>
                </a:lnTo>
                <a:cubicBezTo>
                  <a:pt x="31301" y="7091"/>
                  <a:pt x="31300" y="7104"/>
                  <a:pt x="31297" y="7117"/>
                </a:cubicBezTo>
                <a:cubicBezTo>
                  <a:pt x="31295" y="7130"/>
                  <a:pt x="31291" y="7142"/>
                  <a:pt x="31286" y="7154"/>
                </a:cubicBezTo>
                <a:cubicBezTo>
                  <a:pt x="31281" y="7166"/>
                  <a:pt x="31275" y="7178"/>
                  <a:pt x="31267" y="7188"/>
                </a:cubicBezTo>
                <a:cubicBezTo>
                  <a:pt x="31260" y="7199"/>
                  <a:pt x="31252" y="7209"/>
                  <a:pt x="31243" y="7218"/>
                </a:cubicBezTo>
                <a:cubicBezTo>
                  <a:pt x="31234" y="7228"/>
                  <a:pt x="31224" y="7236"/>
                  <a:pt x="31213" y="7243"/>
                </a:cubicBezTo>
                <a:cubicBezTo>
                  <a:pt x="31202" y="7250"/>
                  <a:pt x="31190" y="7256"/>
                  <a:pt x="31178" y="7261"/>
                </a:cubicBezTo>
                <a:cubicBezTo>
                  <a:pt x="31166" y="7266"/>
                  <a:pt x="31154" y="7270"/>
                  <a:pt x="31141" y="7273"/>
                </a:cubicBezTo>
                <a:cubicBezTo>
                  <a:pt x="31128" y="7275"/>
                  <a:pt x="31116" y="7277"/>
                  <a:pt x="31102" y="7277"/>
                </a:cubicBezTo>
                <a:lnTo>
                  <a:pt x="198" y="7277"/>
                </a:lnTo>
                <a:cubicBezTo>
                  <a:pt x="185" y="7277"/>
                  <a:pt x="172" y="7275"/>
                  <a:pt x="159" y="7273"/>
                </a:cubicBezTo>
                <a:cubicBezTo>
                  <a:pt x="147" y="7270"/>
                  <a:pt x="134" y="7266"/>
                  <a:pt x="122" y="7261"/>
                </a:cubicBezTo>
                <a:cubicBezTo>
                  <a:pt x="110" y="7256"/>
                  <a:pt x="99" y="7250"/>
                  <a:pt x="88" y="7243"/>
                </a:cubicBezTo>
                <a:cubicBezTo>
                  <a:pt x="77" y="7236"/>
                  <a:pt x="67" y="7228"/>
                  <a:pt x="58" y="7218"/>
                </a:cubicBezTo>
                <a:cubicBezTo>
                  <a:pt x="49" y="7209"/>
                  <a:pt x="40" y="7199"/>
                  <a:pt x="33" y="7188"/>
                </a:cubicBezTo>
                <a:cubicBezTo>
                  <a:pt x="26" y="7178"/>
                  <a:pt x="20" y="7166"/>
                  <a:pt x="15" y="7154"/>
                </a:cubicBezTo>
                <a:cubicBezTo>
                  <a:pt x="10" y="7142"/>
                  <a:pt x="6" y="7130"/>
                  <a:pt x="4" y="7117"/>
                </a:cubicBezTo>
                <a:cubicBezTo>
                  <a:pt x="1" y="7104"/>
                  <a:pt x="0" y="7091"/>
                  <a:pt x="0" y="7078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461880" y="2909880"/>
            <a:ext cx="11268360" cy="2619720"/>
          </a:xfrm>
          <a:custGeom>
            <a:avLst/>
            <a:gdLst/>
            <a:ahLst/>
            <a:rect l="0" t="0" r="r" b="b"/>
            <a:pathLst>
              <a:path w="31301" h="7277">
                <a:moveTo>
                  <a:pt x="0" y="70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3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0"/>
                  <a:pt x="31234" y="48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6"/>
                  <a:pt x="31297" y="159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7078"/>
                </a:lnTo>
                <a:cubicBezTo>
                  <a:pt x="31301" y="7091"/>
                  <a:pt x="31300" y="7104"/>
                  <a:pt x="31297" y="7117"/>
                </a:cubicBezTo>
                <a:cubicBezTo>
                  <a:pt x="31295" y="7130"/>
                  <a:pt x="31291" y="7142"/>
                  <a:pt x="31286" y="7154"/>
                </a:cubicBezTo>
                <a:cubicBezTo>
                  <a:pt x="31281" y="7166"/>
                  <a:pt x="31275" y="7178"/>
                  <a:pt x="31267" y="7188"/>
                </a:cubicBezTo>
                <a:cubicBezTo>
                  <a:pt x="31260" y="7199"/>
                  <a:pt x="31252" y="7209"/>
                  <a:pt x="31243" y="7218"/>
                </a:cubicBezTo>
                <a:cubicBezTo>
                  <a:pt x="31234" y="7228"/>
                  <a:pt x="31224" y="7236"/>
                  <a:pt x="31213" y="7243"/>
                </a:cubicBezTo>
                <a:cubicBezTo>
                  <a:pt x="31202" y="7250"/>
                  <a:pt x="31190" y="7256"/>
                  <a:pt x="31178" y="7261"/>
                </a:cubicBezTo>
                <a:cubicBezTo>
                  <a:pt x="31166" y="7266"/>
                  <a:pt x="31154" y="7270"/>
                  <a:pt x="31141" y="7273"/>
                </a:cubicBezTo>
                <a:cubicBezTo>
                  <a:pt x="31128" y="7275"/>
                  <a:pt x="31116" y="7277"/>
                  <a:pt x="31102" y="7277"/>
                </a:cubicBezTo>
                <a:lnTo>
                  <a:pt x="198" y="7277"/>
                </a:lnTo>
                <a:cubicBezTo>
                  <a:pt x="185" y="7277"/>
                  <a:pt x="172" y="7275"/>
                  <a:pt x="159" y="7273"/>
                </a:cubicBezTo>
                <a:cubicBezTo>
                  <a:pt x="147" y="7270"/>
                  <a:pt x="134" y="7266"/>
                  <a:pt x="122" y="7261"/>
                </a:cubicBezTo>
                <a:cubicBezTo>
                  <a:pt x="110" y="7256"/>
                  <a:pt x="99" y="7250"/>
                  <a:pt x="88" y="7243"/>
                </a:cubicBezTo>
                <a:cubicBezTo>
                  <a:pt x="77" y="7236"/>
                  <a:pt x="67" y="7228"/>
                  <a:pt x="58" y="7218"/>
                </a:cubicBezTo>
                <a:cubicBezTo>
                  <a:pt x="49" y="7209"/>
                  <a:pt x="40" y="7199"/>
                  <a:pt x="33" y="7188"/>
                </a:cubicBezTo>
                <a:cubicBezTo>
                  <a:pt x="26" y="7178"/>
                  <a:pt x="20" y="7166"/>
                  <a:pt x="15" y="7154"/>
                </a:cubicBezTo>
                <a:cubicBezTo>
                  <a:pt x="10" y="7142"/>
                  <a:pt x="6" y="7130"/>
                  <a:pt x="4" y="7117"/>
                </a:cubicBezTo>
                <a:cubicBezTo>
                  <a:pt x="1" y="7104"/>
                  <a:pt x="0" y="7091"/>
                  <a:pt x="0" y="7078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461880" y="6262560"/>
            <a:ext cx="11268360" cy="1962360"/>
          </a:xfrm>
          <a:custGeom>
            <a:avLst/>
            <a:gdLst/>
            <a:ahLst/>
            <a:rect l="0" t="0" r="r" b="b"/>
            <a:pathLst>
              <a:path w="31301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5253"/>
                </a:lnTo>
                <a:cubicBezTo>
                  <a:pt x="31301" y="5266"/>
                  <a:pt x="31300" y="5279"/>
                  <a:pt x="31297" y="5292"/>
                </a:cubicBezTo>
                <a:cubicBezTo>
                  <a:pt x="31295" y="5304"/>
                  <a:pt x="31291" y="5317"/>
                  <a:pt x="31286" y="5329"/>
                </a:cubicBezTo>
                <a:cubicBezTo>
                  <a:pt x="31281" y="5341"/>
                  <a:pt x="31275" y="5352"/>
                  <a:pt x="31267" y="5363"/>
                </a:cubicBezTo>
                <a:cubicBezTo>
                  <a:pt x="31260" y="5374"/>
                  <a:pt x="31252" y="5384"/>
                  <a:pt x="31243" y="5393"/>
                </a:cubicBezTo>
                <a:cubicBezTo>
                  <a:pt x="31234" y="5402"/>
                  <a:pt x="31224" y="5411"/>
                  <a:pt x="31213" y="5418"/>
                </a:cubicBezTo>
                <a:cubicBezTo>
                  <a:pt x="31202" y="5425"/>
                  <a:pt x="31190" y="5431"/>
                  <a:pt x="31178" y="5436"/>
                </a:cubicBezTo>
                <a:cubicBezTo>
                  <a:pt x="31166" y="5441"/>
                  <a:pt x="31154" y="5445"/>
                  <a:pt x="31141" y="5447"/>
                </a:cubicBezTo>
                <a:cubicBezTo>
                  <a:pt x="31128" y="5450"/>
                  <a:pt x="31116" y="5451"/>
                  <a:pt x="31102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1"/>
                  <a:pt x="67" y="5402"/>
                  <a:pt x="58" y="5393"/>
                </a:cubicBezTo>
                <a:cubicBezTo>
                  <a:pt x="49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7"/>
                  <a:pt x="6" y="5304"/>
                  <a:pt x="4" y="5292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461880" y="6262560"/>
            <a:ext cx="11268360" cy="1962360"/>
          </a:xfrm>
          <a:custGeom>
            <a:avLst/>
            <a:gdLst/>
            <a:ahLst/>
            <a:rect l="0" t="0" r="r" b="b"/>
            <a:pathLst>
              <a:path w="31301" h="5451">
                <a:moveTo>
                  <a:pt x="0" y="525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2"/>
                </a:cubicBezTo>
                <a:cubicBezTo>
                  <a:pt x="31291" y="134"/>
                  <a:pt x="31295" y="147"/>
                  <a:pt x="31297" y="160"/>
                </a:cubicBezTo>
                <a:cubicBezTo>
                  <a:pt x="31300" y="172"/>
                  <a:pt x="31301" y="185"/>
                  <a:pt x="31301" y="198"/>
                </a:cubicBezTo>
                <a:lnTo>
                  <a:pt x="31301" y="5253"/>
                </a:lnTo>
                <a:cubicBezTo>
                  <a:pt x="31301" y="5266"/>
                  <a:pt x="31300" y="5279"/>
                  <a:pt x="31297" y="5292"/>
                </a:cubicBezTo>
                <a:cubicBezTo>
                  <a:pt x="31295" y="5304"/>
                  <a:pt x="31291" y="5317"/>
                  <a:pt x="31286" y="5329"/>
                </a:cubicBezTo>
                <a:cubicBezTo>
                  <a:pt x="31281" y="5341"/>
                  <a:pt x="31275" y="5352"/>
                  <a:pt x="31267" y="5363"/>
                </a:cubicBezTo>
                <a:cubicBezTo>
                  <a:pt x="31260" y="5374"/>
                  <a:pt x="31252" y="5384"/>
                  <a:pt x="31243" y="5393"/>
                </a:cubicBezTo>
                <a:cubicBezTo>
                  <a:pt x="31234" y="5402"/>
                  <a:pt x="31224" y="5411"/>
                  <a:pt x="31213" y="5418"/>
                </a:cubicBezTo>
                <a:cubicBezTo>
                  <a:pt x="31202" y="5425"/>
                  <a:pt x="31190" y="5431"/>
                  <a:pt x="31178" y="5436"/>
                </a:cubicBezTo>
                <a:cubicBezTo>
                  <a:pt x="31166" y="5441"/>
                  <a:pt x="31154" y="5445"/>
                  <a:pt x="31141" y="5447"/>
                </a:cubicBezTo>
                <a:cubicBezTo>
                  <a:pt x="31128" y="5450"/>
                  <a:pt x="31116" y="5451"/>
                  <a:pt x="31102" y="5451"/>
                </a:cubicBezTo>
                <a:lnTo>
                  <a:pt x="198" y="5451"/>
                </a:lnTo>
                <a:cubicBezTo>
                  <a:pt x="185" y="5451"/>
                  <a:pt x="172" y="5450"/>
                  <a:pt x="159" y="5447"/>
                </a:cubicBezTo>
                <a:cubicBezTo>
                  <a:pt x="147" y="5445"/>
                  <a:pt x="134" y="5441"/>
                  <a:pt x="122" y="5436"/>
                </a:cubicBezTo>
                <a:cubicBezTo>
                  <a:pt x="110" y="5431"/>
                  <a:pt x="99" y="5425"/>
                  <a:pt x="88" y="5418"/>
                </a:cubicBezTo>
                <a:cubicBezTo>
                  <a:pt x="77" y="5411"/>
                  <a:pt x="67" y="5402"/>
                  <a:pt x="58" y="5393"/>
                </a:cubicBezTo>
                <a:cubicBezTo>
                  <a:pt x="49" y="5384"/>
                  <a:pt x="40" y="5374"/>
                  <a:pt x="33" y="5363"/>
                </a:cubicBezTo>
                <a:cubicBezTo>
                  <a:pt x="26" y="5352"/>
                  <a:pt x="20" y="5341"/>
                  <a:pt x="15" y="5329"/>
                </a:cubicBezTo>
                <a:cubicBezTo>
                  <a:pt x="10" y="5317"/>
                  <a:pt x="6" y="5304"/>
                  <a:pt x="4" y="5292"/>
                </a:cubicBezTo>
                <a:cubicBezTo>
                  <a:pt x="1" y="5279"/>
                  <a:pt x="0" y="5266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457200" y="484560"/>
            <a:ext cx="656748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list_declarations: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457200" y="1246320"/>
            <a:ext cx="510912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Generalización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457200" y="2389320"/>
            <a:ext cx="87728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Pregunta: ¿Podemos generalizar para todo un proyecto?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619200" y="3148920"/>
            <a:ext cx="424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src/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619200" y="3482280"/>
            <a:ext cx="1059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├──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main.c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619200" y="3806280"/>
            <a:ext cx="1166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├──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parser/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619200" y="4139640"/>
            <a:ext cx="1695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│   ├──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parser.c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619200" y="4463640"/>
            <a:ext cx="2332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│   ├──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parser_utils.c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619200" y="4797000"/>
            <a:ext cx="2225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│   └──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lvalidation.c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619200" y="5120640"/>
            <a:ext cx="1485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└──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rendering/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457200" y="5732640"/>
            <a:ext cx="811008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Opción 1 </a:t>
            </a:r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— Recursivo con asterisco (Fish nativo):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619200" y="6501960"/>
            <a:ext cx="2440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function list_decl_bulk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1041480" y="6835320"/>
            <a:ext cx="175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1463760" y="6835320"/>
            <a:ext cx="31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i i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1991520" y="6835320"/>
            <a:ext cx="424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**/*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874440" y="3119760"/>
            <a:ext cx="1044792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08. Fish Tools Loader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461880" y="2566800"/>
            <a:ext cx="11268360" cy="2295720"/>
          </a:xfrm>
          <a:custGeom>
            <a:avLst/>
            <a:gdLst/>
            <a:ahLst/>
            <a:rect l="0" t="0" r="r" b="b"/>
            <a:pathLst>
              <a:path w="31301" h="6377">
                <a:moveTo>
                  <a:pt x="0" y="617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6179"/>
                </a:lnTo>
                <a:cubicBezTo>
                  <a:pt x="31301" y="6192"/>
                  <a:pt x="31300" y="6205"/>
                  <a:pt x="31297" y="6218"/>
                </a:cubicBezTo>
                <a:cubicBezTo>
                  <a:pt x="31295" y="6231"/>
                  <a:pt x="31291" y="6243"/>
                  <a:pt x="31286" y="6255"/>
                </a:cubicBezTo>
                <a:cubicBezTo>
                  <a:pt x="31281" y="6267"/>
                  <a:pt x="31275" y="6278"/>
                  <a:pt x="31267" y="6289"/>
                </a:cubicBezTo>
                <a:cubicBezTo>
                  <a:pt x="31260" y="6300"/>
                  <a:pt x="31252" y="6310"/>
                  <a:pt x="31243" y="6319"/>
                </a:cubicBezTo>
                <a:cubicBezTo>
                  <a:pt x="31234" y="6329"/>
                  <a:pt x="31224" y="6337"/>
                  <a:pt x="31213" y="6344"/>
                </a:cubicBezTo>
                <a:cubicBezTo>
                  <a:pt x="31202" y="6351"/>
                  <a:pt x="31190" y="6357"/>
                  <a:pt x="31178" y="6362"/>
                </a:cubicBezTo>
                <a:cubicBezTo>
                  <a:pt x="31166" y="6367"/>
                  <a:pt x="31154" y="6371"/>
                  <a:pt x="31141" y="6374"/>
                </a:cubicBezTo>
                <a:cubicBezTo>
                  <a:pt x="31128" y="6376"/>
                  <a:pt x="31116" y="6377"/>
                  <a:pt x="31102" y="6377"/>
                </a:cubicBezTo>
                <a:lnTo>
                  <a:pt x="198" y="6377"/>
                </a:lnTo>
                <a:cubicBezTo>
                  <a:pt x="185" y="6377"/>
                  <a:pt x="172" y="6376"/>
                  <a:pt x="159" y="6374"/>
                </a:cubicBezTo>
                <a:cubicBezTo>
                  <a:pt x="147" y="6371"/>
                  <a:pt x="134" y="6367"/>
                  <a:pt x="122" y="6362"/>
                </a:cubicBezTo>
                <a:cubicBezTo>
                  <a:pt x="110" y="6357"/>
                  <a:pt x="99" y="6351"/>
                  <a:pt x="88" y="6344"/>
                </a:cubicBezTo>
                <a:cubicBezTo>
                  <a:pt x="77" y="6337"/>
                  <a:pt x="67" y="6329"/>
                  <a:pt x="58" y="6319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8"/>
                  <a:pt x="20" y="6267"/>
                  <a:pt x="15" y="6255"/>
                </a:cubicBezTo>
                <a:cubicBezTo>
                  <a:pt x="10" y="6243"/>
                  <a:pt x="6" y="6231"/>
                  <a:pt x="4" y="6218"/>
                </a:cubicBezTo>
                <a:cubicBezTo>
                  <a:pt x="1" y="6205"/>
                  <a:pt x="0" y="6192"/>
                  <a:pt x="0" y="617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461880" y="2566800"/>
            <a:ext cx="11268360" cy="2295720"/>
          </a:xfrm>
          <a:custGeom>
            <a:avLst/>
            <a:gdLst/>
            <a:ahLst/>
            <a:rect l="0" t="0" r="r" b="b"/>
            <a:pathLst>
              <a:path w="31301" h="6377">
                <a:moveTo>
                  <a:pt x="0" y="617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6179"/>
                </a:lnTo>
                <a:cubicBezTo>
                  <a:pt x="31301" y="6192"/>
                  <a:pt x="31300" y="6205"/>
                  <a:pt x="31297" y="6218"/>
                </a:cubicBezTo>
                <a:cubicBezTo>
                  <a:pt x="31295" y="6231"/>
                  <a:pt x="31291" y="6243"/>
                  <a:pt x="31286" y="6255"/>
                </a:cubicBezTo>
                <a:cubicBezTo>
                  <a:pt x="31281" y="6267"/>
                  <a:pt x="31275" y="6278"/>
                  <a:pt x="31267" y="6289"/>
                </a:cubicBezTo>
                <a:cubicBezTo>
                  <a:pt x="31260" y="6300"/>
                  <a:pt x="31252" y="6310"/>
                  <a:pt x="31243" y="6319"/>
                </a:cubicBezTo>
                <a:cubicBezTo>
                  <a:pt x="31234" y="6329"/>
                  <a:pt x="31224" y="6337"/>
                  <a:pt x="31213" y="6344"/>
                </a:cubicBezTo>
                <a:cubicBezTo>
                  <a:pt x="31202" y="6351"/>
                  <a:pt x="31190" y="6357"/>
                  <a:pt x="31178" y="6362"/>
                </a:cubicBezTo>
                <a:cubicBezTo>
                  <a:pt x="31166" y="6367"/>
                  <a:pt x="31154" y="6371"/>
                  <a:pt x="31141" y="6374"/>
                </a:cubicBezTo>
                <a:cubicBezTo>
                  <a:pt x="31128" y="6376"/>
                  <a:pt x="31116" y="6377"/>
                  <a:pt x="31102" y="6377"/>
                </a:cubicBezTo>
                <a:lnTo>
                  <a:pt x="198" y="6377"/>
                </a:lnTo>
                <a:cubicBezTo>
                  <a:pt x="185" y="6377"/>
                  <a:pt x="172" y="6376"/>
                  <a:pt x="159" y="6374"/>
                </a:cubicBezTo>
                <a:cubicBezTo>
                  <a:pt x="147" y="6371"/>
                  <a:pt x="134" y="6367"/>
                  <a:pt x="122" y="6362"/>
                </a:cubicBezTo>
                <a:cubicBezTo>
                  <a:pt x="110" y="6357"/>
                  <a:pt x="99" y="6351"/>
                  <a:pt x="88" y="6344"/>
                </a:cubicBezTo>
                <a:cubicBezTo>
                  <a:pt x="77" y="6337"/>
                  <a:pt x="67" y="6329"/>
                  <a:pt x="58" y="6319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8"/>
                  <a:pt x="20" y="6267"/>
                  <a:pt x="15" y="6255"/>
                </a:cubicBezTo>
                <a:cubicBezTo>
                  <a:pt x="10" y="6243"/>
                  <a:pt x="6" y="6231"/>
                  <a:pt x="4" y="6218"/>
                </a:cubicBezTo>
                <a:cubicBezTo>
                  <a:pt x="1" y="6205"/>
                  <a:pt x="0" y="6192"/>
                  <a:pt x="0" y="6179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461880" y="5024160"/>
            <a:ext cx="11268360" cy="3610440"/>
          </a:xfrm>
          <a:custGeom>
            <a:avLst/>
            <a:gdLst/>
            <a:ahLst/>
            <a:rect l="0" t="0" r="r" b="b"/>
            <a:pathLst>
              <a:path w="31301" h="10029">
                <a:moveTo>
                  <a:pt x="0" y="983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2"/>
                  <a:pt x="31141" y="4"/>
                </a:cubicBezTo>
                <a:cubicBezTo>
                  <a:pt x="31154" y="7"/>
                  <a:pt x="31166" y="10"/>
                  <a:pt x="31178" y="15"/>
                </a:cubicBezTo>
                <a:cubicBezTo>
                  <a:pt x="31190" y="20"/>
                  <a:pt x="31202" y="26"/>
                  <a:pt x="31213" y="34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8"/>
                  <a:pt x="31260" y="78"/>
                  <a:pt x="31267" y="88"/>
                </a:cubicBezTo>
                <a:cubicBezTo>
                  <a:pt x="31275" y="99"/>
                  <a:pt x="31281" y="111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6"/>
                  <a:pt x="31301" y="199"/>
                </a:cubicBezTo>
                <a:lnTo>
                  <a:pt x="31301" y="9831"/>
                </a:lnTo>
                <a:cubicBezTo>
                  <a:pt x="31301" y="9844"/>
                  <a:pt x="31300" y="9856"/>
                  <a:pt x="31297" y="9869"/>
                </a:cubicBezTo>
                <a:cubicBezTo>
                  <a:pt x="31295" y="9882"/>
                  <a:pt x="31291" y="9894"/>
                  <a:pt x="31286" y="9906"/>
                </a:cubicBezTo>
                <a:cubicBezTo>
                  <a:pt x="31281" y="9919"/>
                  <a:pt x="31275" y="9930"/>
                  <a:pt x="31267" y="9941"/>
                </a:cubicBezTo>
                <a:cubicBezTo>
                  <a:pt x="31260" y="9952"/>
                  <a:pt x="31252" y="9962"/>
                  <a:pt x="31243" y="9971"/>
                </a:cubicBezTo>
                <a:cubicBezTo>
                  <a:pt x="31234" y="9980"/>
                  <a:pt x="31224" y="9988"/>
                  <a:pt x="31213" y="9996"/>
                </a:cubicBezTo>
                <a:cubicBezTo>
                  <a:pt x="31202" y="10003"/>
                  <a:pt x="31190" y="10009"/>
                  <a:pt x="31178" y="10014"/>
                </a:cubicBezTo>
                <a:cubicBezTo>
                  <a:pt x="31166" y="10019"/>
                  <a:pt x="31154" y="10023"/>
                  <a:pt x="31141" y="10025"/>
                </a:cubicBezTo>
                <a:cubicBezTo>
                  <a:pt x="31128" y="10028"/>
                  <a:pt x="31116" y="10029"/>
                  <a:pt x="31102" y="10029"/>
                </a:cubicBezTo>
                <a:lnTo>
                  <a:pt x="198" y="10029"/>
                </a:lnTo>
                <a:cubicBezTo>
                  <a:pt x="185" y="10029"/>
                  <a:pt x="172" y="10028"/>
                  <a:pt x="159" y="10025"/>
                </a:cubicBezTo>
                <a:cubicBezTo>
                  <a:pt x="147" y="10023"/>
                  <a:pt x="134" y="10019"/>
                  <a:pt x="122" y="10014"/>
                </a:cubicBezTo>
                <a:cubicBezTo>
                  <a:pt x="110" y="10009"/>
                  <a:pt x="99" y="10003"/>
                  <a:pt x="88" y="9996"/>
                </a:cubicBezTo>
                <a:cubicBezTo>
                  <a:pt x="77" y="9988"/>
                  <a:pt x="67" y="9980"/>
                  <a:pt x="58" y="9971"/>
                </a:cubicBezTo>
                <a:cubicBezTo>
                  <a:pt x="49" y="9962"/>
                  <a:pt x="40" y="9952"/>
                  <a:pt x="33" y="9941"/>
                </a:cubicBezTo>
                <a:cubicBezTo>
                  <a:pt x="26" y="9930"/>
                  <a:pt x="20" y="9919"/>
                  <a:pt x="15" y="9906"/>
                </a:cubicBezTo>
                <a:cubicBezTo>
                  <a:pt x="10" y="9894"/>
                  <a:pt x="6" y="9882"/>
                  <a:pt x="4" y="9869"/>
                </a:cubicBezTo>
                <a:cubicBezTo>
                  <a:pt x="1" y="9856"/>
                  <a:pt x="0" y="9844"/>
                  <a:pt x="0" y="9831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461880" y="5024160"/>
            <a:ext cx="11268360" cy="3610440"/>
          </a:xfrm>
          <a:custGeom>
            <a:avLst/>
            <a:gdLst/>
            <a:ahLst/>
            <a:rect l="0" t="0" r="r" b="b"/>
            <a:pathLst>
              <a:path w="31301" h="10029">
                <a:moveTo>
                  <a:pt x="0" y="983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2"/>
                  <a:pt x="31141" y="4"/>
                </a:cubicBezTo>
                <a:cubicBezTo>
                  <a:pt x="31154" y="7"/>
                  <a:pt x="31166" y="10"/>
                  <a:pt x="31178" y="15"/>
                </a:cubicBezTo>
                <a:cubicBezTo>
                  <a:pt x="31190" y="20"/>
                  <a:pt x="31202" y="26"/>
                  <a:pt x="31213" y="34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8"/>
                  <a:pt x="31260" y="78"/>
                  <a:pt x="31267" y="88"/>
                </a:cubicBezTo>
                <a:cubicBezTo>
                  <a:pt x="31275" y="99"/>
                  <a:pt x="31281" y="111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6"/>
                  <a:pt x="31301" y="199"/>
                </a:cubicBezTo>
                <a:lnTo>
                  <a:pt x="31301" y="9831"/>
                </a:lnTo>
                <a:cubicBezTo>
                  <a:pt x="31301" y="9844"/>
                  <a:pt x="31300" y="9856"/>
                  <a:pt x="31297" y="9869"/>
                </a:cubicBezTo>
                <a:cubicBezTo>
                  <a:pt x="31295" y="9882"/>
                  <a:pt x="31291" y="9894"/>
                  <a:pt x="31286" y="9906"/>
                </a:cubicBezTo>
                <a:cubicBezTo>
                  <a:pt x="31281" y="9919"/>
                  <a:pt x="31275" y="9930"/>
                  <a:pt x="31267" y="9941"/>
                </a:cubicBezTo>
                <a:cubicBezTo>
                  <a:pt x="31260" y="9952"/>
                  <a:pt x="31252" y="9962"/>
                  <a:pt x="31243" y="9971"/>
                </a:cubicBezTo>
                <a:cubicBezTo>
                  <a:pt x="31234" y="9980"/>
                  <a:pt x="31224" y="9988"/>
                  <a:pt x="31213" y="9996"/>
                </a:cubicBezTo>
                <a:cubicBezTo>
                  <a:pt x="31202" y="10003"/>
                  <a:pt x="31190" y="10009"/>
                  <a:pt x="31178" y="10014"/>
                </a:cubicBezTo>
                <a:cubicBezTo>
                  <a:pt x="31166" y="10019"/>
                  <a:pt x="31154" y="10023"/>
                  <a:pt x="31141" y="10025"/>
                </a:cubicBezTo>
                <a:cubicBezTo>
                  <a:pt x="31128" y="10028"/>
                  <a:pt x="31116" y="10029"/>
                  <a:pt x="31102" y="10029"/>
                </a:cubicBezTo>
                <a:lnTo>
                  <a:pt x="198" y="10029"/>
                </a:lnTo>
                <a:cubicBezTo>
                  <a:pt x="185" y="10029"/>
                  <a:pt x="172" y="10028"/>
                  <a:pt x="159" y="10025"/>
                </a:cubicBezTo>
                <a:cubicBezTo>
                  <a:pt x="147" y="10023"/>
                  <a:pt x="134" y="10019"/>
                  <a:pt x="122" y="10014"/>
                </a:cubicBezTo>
                <a:cubicBezTo>
                  <a:pt x="110" y="10009"/>
                  <a:pt x="99" y="10003"/>
                  <a:pt x="88" y="9996"/>
                </a:cubicBezTo>
                <a:cubicBezTo>
                  <a:pt x="77" y="9988"/>
                  <a:pt x="67" y="9980"/>
                  <a:pt x="58" y="9971"/>
                </a:cubicBezTo>
                <a:cubicBezTo>
                  <a:pt x="49" y="9962"/>
                  <a:pt x="40" y="9952"/>
                  <a:pt x="33" y="9941"/>
                </a:cubicBezTo>
                <a:cubicBezTo>
                  <a:pt x="26" y="9930"/>
                  <a:pt x="20" y="9919"/>
                  <a:pt x="15" y="9906"/>
                </a:cubicBezTo>
                <a:cubicBezTo>
                  <a:pt x="10" y="9894"/>
                  <a:pt x="6" y="9882"/>
                  <a:pt x="4" y="9869"/>
                </a:cubicBezTo>
                <a:cubicBezTo>
                  <a:pt x="1" y="9856"/>
                  <a:pt x="0" y="9844"/>
                  <a:pt x="0" y="9831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457200" y="484560"/>
            <a:ext cx="729756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Organización modular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457200" y="1627200"/>
            <a:ext cx="97664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Todas las funciones anteriores se agrupan en un repositorio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457200" y="2036880"/>
            <a:ext cx="21524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estructurado: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619200" y="2806200"/>
            <a:ext cx="1166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fish_tools/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619200" y="3139560"/>
            <a:ext cx="4136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├──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init.fish          # Motor de carga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619200" y="3463200"/>
            <a:ext cx="1166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├──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groups/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619200" y="3796560"/>
            <a:ext cx="4984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│   ├──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42tools/       # list_declarations.fish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619200" y="4120560"/>
            <a:ext cx="6470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│   ├──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gt/            # gcpush, pulleverything, statussearch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619200" y="4453920"/>
            <a:ext cx="4135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│   └──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utils/         # memo, memoshow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619200" y="5263560"/>
            <a:ext cx="4136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# init.fish — Motor de carga automática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619200" y="5596920"/>
            <a:ext cx="5410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-gx FISH_TOOLS_ROOT (dirname (status filename))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619200" y="6254280"/>
            <a:ext cx="4561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for group_dir in $FISH_TOOLS_ROOT/groups/*/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619200" y="6577920"/>
            <a:ext cx="3925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    </a:t>
            </a:r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for func_file in $group_dir*.fish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461880" y="2109600"/>
            <a:ext cx="11268360" cy="1305360"/>
          </a:xfrm>
          <a:custGeom>
            <a:avLst/>
            <a:gdLst/>
            <a:ahLst/>
            <a:rect l="0" t="0" r="r" b="b"/>
            <a:pathLst>
              <a:path w="31301" h="3626">
                <a:moveTo>
                  <a:pt x="0" y="342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3427"/>
                </a:lnTo>
                <a:cubicBezTo>
                  <a:pt x="31301" y="3440"/>
                  <a:pt x="31300" y="3453"/>
                  <a:pt x="31297" y="3466"/>
                </a:cubicBezTo>
                <a:cubicBezTo>
                  <a:pt x="31295" y="3479"/>
                  <a:pt x="31291" y="3491"/>
                  <a:pt x="31286" y="3503"/>
                </a:cubicBezTo>
                <a:cubicBezTo>
                  <a:pt x="31281" y="3515"/>
                  <a:pt x="31275" y="3527"/>
                  <a:pt x="31267" y="3538"/>
                </a:cubicBezTo>
                <a:cubicBezTo>
                  <a:pt x="31260" y="3548"/>
                  <a:pt x="31252" y="3558"/>
                  <a:pt x="31243" y="3568"/>
                </a:cubicBezTo>
                <a:cubicBezTo>
                  <a:pt x="31234" y="3577"/>
                  <a:pt x="31224" y="3585"/>
                  <a:pt x="31213" y="3592"/>
                </a:cubicBezTo>
                <a:cubicBezTo>
                  <a:pt x="31202" y="3600"/>
                  <a:pt x="31190" y="3606"/>
                  <a:pt x="31178" y="3611"/>
                </a:cubicBezTo>
                <a:cubicBezTo>
                  <a:pt x="31166" y="3616"/>
                  <a:pt x="31154" y="3619"/>
                  <a:pt x="31141" y="3622"/>
                </a:cubicBezTo>
                <a:cubicBezTo>
                  <a:pt x="31128" y="3625"/>
                  <a:pt x="31116" y="3626"/>
                  <a:pt x="31102" y="3626"/>
                </a:cubicBezTo>
                <a:lnTo>
                  <a:pt x="198" y="3626"/>
                </a:lnTo>
                <a:cubicBezTo>
                  <a:pt x="185" y="3626"/>
                  <a:pt x="172" y="3625"/>
                  <a:pt x="159" y="3622"/>
                </a:cubicBezTo>
                <a:cubicBezTo>
                  <a:pt x="147" y="3619"/>
                  <a:pt x="134" y="3616"/>
                  <a:pt x="122" y="3611"/>
                </a:cubicBezTo>
                <a:cubicBezTo>
                  <a:pt x="110" y="3606"/>
                  <a:pt x="99" y="3600"/>
                  <a:pt x="88" y="3592"/>
                </a:cubicBezTo>
                <a:cubicBezTo>
                  <a:pt x="77" y="3585"/>
                  <a:pt x="67" y="3577"/>
                  <a:pt x="58" y="3568"/>
                </a:cubicBezTo>
                <a:cubicBezTo>
                  <a:pt x="49" y="3558"/>
                  <a:pt x="40" y="3548"/>
                  <a:pt x="33" y="3538"/>
                </a:cubicBezTo>
                <a:cubicBezTo>
                  <a:pt x="26" y="3527"/>
                  <a:pt x="20" y="3515"/>
                  <a:pt x="15" y="3503"/>
                </a:cubicBezTo>
                <a:cubicBezTo>
                  <a:pt x="10" y="3491"/>
                  <a:pt x="6" y="3479"/>
                  <a:pt x="4" y="3466"/>
                </a:cubicBezTo>
                <a:cubicBezTo>
                  <a:pt x="1" y="3453"/>
                  <a:pt x="0" y="3440"/>
                  <a:pt x="0" y="3427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461880" y="2109600"/>
            <a:ext cx="11268360" cy="1305360"/>
          </a:xfrm>
          <a:custGeom>
            <a:avLst/>
            <a:gdLst/>
            <a:ahLst/>
            <a:rect l="0" t="0" r="r" b="b"/>
            <a:pathLst>
              <a:path w="31301" h="3626">
                <a:moveTo>
                  <a:pt x="0" y="342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3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0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3427"/>
                </a:lnTo>
                <a:cubicBezTo>
                  <a:pt x="31301" y="3440"/>
                  <a:pt x="31300" y="3453"/>
                  <a:pt x="31297" y="3466"/>
                </a:cubicBezTo>
                <a:cubicBezTo>
                  <a:pt x="31295" y="3479"/>
                  <a:pt x="31291" y="3491"/>
                  <a:pt x="31286" y="3503"/>
                </a:cubicBezTo>
                <a:cubicBezTo>
                  <a:pt x="31281" y="3515"/>
                  <a:pt x="31275" y="3527"/>
                  <a:pt x="31267" y="3538"/>
                </a:cubicBezTo>
                <a:cubicBezTo>
                  <a:pt x="31260" y="3548"/>
                  <a:pt x="31252" y="3558"/>
                  <a:pt x="31243" y="3568"/>
                </a:cubicBezTo>
                <a:cubicBezTo>
                  <a:pt x="31234" y="3577"/>
                  <a:pt x="31224" y="3585"/>
                  <a:pt x="31213" y="3592"/>
                </a:cubicBezTo>
                <a:cubicBezTo>
                  <a:pt x="31202" y="3600"/>
                  <a:pt x="31190" y="3606"/>
                  <a:pt x="31178" y="3611"/>
                </a:cubicBezTo>
                <a:cubicBezTo>
                  <a:pt x="31166" y="3616"/>
                  <a:pt x="31154" y="3619"/>
                  <a:pt x="31141" y="3622"/>
                </a:cubicBezTo>
                <a:cubicBezTo>
                  <a:pt x="31128" y="3625"/>
                  <a:pt x="31116" y="3626"/>
                  <a:pt x="31102" y="3626"/>
                </a:cubicBezTo>
                <a:lnTo>
                  <a:pt x="198" y="3626"/>
                </a:lnTo>
                <a:cubicBezTo>
                  <a:pt x="185" y="3626"/>
                  <a:pt x="172" y="3625"/>
                  <a:pt x="159" y="3622"/>
                </a:cubicBezTo>
                <a:cubicBezTo>
                  <a:pt x="147" y="3619"/>
                  <a:pt x="134" y="3616"/>
                  <a:pt x="122" y="3611"/>
                </a:cubicBezTo>
                <a:cubicBezTo>
                  <a:pt x="110" y="3606"/>
                  <a:pt x="99" y="3600"/>
                  <a:pt x="88" y="3592"/>
                </a:cubicBezTo>
                <a:cubicBezTo>
                  <a:pt x="77" y="3585"/>
                  <a:pt x="67" y="3577"/>
                  <a:pt x="58" y="3568"/>
                </a:cubicBezTo>
                <a:cubicBezTo>
                  <a:pt x="49" y="3558"/>
                  <a:pt x="40" y="3548"/>
                  <a:pt x="33" y="3538"/>
                </a:cubicBezTo>
                <a:cubicBezTo>
                  <a:pt x="26" y="3527"/>
                  <a:pt x="20" y="3515"/>
                  <a:pt x="15" y="3503"/>
                </a:cubicBezTo>
                <a:cubicBezTo>
                  <a:pt x="10" y="3491"/>
                  <a:pt x="6" y="3479"/>
                  <a:pt x="4" y="3466"/>
                </a:cubicBezTo>
                <a:cubicBezTo>
                  <a:pt x="1" y="3453"/>
                  <a:pt x="0" y="3440"/>
                  <a:pt x="0" y="3427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457200" y="1008360"/>
            <a:ext cx="802764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Sincronización vía Git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619200" y="2349000"/>
            <a:ext cx="328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# En ~/.config/fish/config.fish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619200" y="2682360"/>
            <a:ext cx="4667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set -gx FISH_TOOLS_ROOT ~/path/to/fish_tools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619200" y="3006000"/>
            <a:ext cx="3501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  <a:ea typeface="Courier New"/>
              </a:rPr>
              <a:t>source $FISH_TOOLS_ROOT/init.fish</a:t>
            </a:r>
            <a:endParaRPr b="0" lang="en-US" sz="1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457200" y="3618000"/>
            <a:ext cx="148968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70" spc="-1" strike="noStrike">
                <a:solidFill>
                  <a:srgbClr val="e2e8f0"/>
                </a:solidFill>
                <a:latin typeface="Courier New"/>
                <a:ea typeface="Courier New"/>
              </a:rPr>
              <a:t>Ventajas: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457200" y="4176360"/>
            <a:ext cx="8449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Las funciones se cargan automáticamente por grupos temáticos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457200" y="4605120"/>
            <a:ext cx="8591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El autocompletado con TAB funciona para todos los subcomandos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5105160" y="5057640"/>
            <a:ext cx="1076760" cy="257400"/>
          </a:xfrm>
          <a:custGeom>
            <a:avLst/>
            <a:gdLst/>
            <a:ahLst/>
            <a:rect l="0" t="0" r="r" b="b"/>
            <a:pathLst>
              <a:path w="2991" h="715">
                <a:moveTo>
                  <a:pt x="0" y="60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885" y="0"/>
                </a:lnTo>
                <a:cubicBezTo>
                  <a:pt x="2899" y="0"/>
                  <a:pt x="2913" y="3"/>
                  <a:pt x="2926" y="8"/>
                </a:cubicBezTo>
                <a:cubicBezTo>
                  <a:pt x="2939" y="13"/>
                  <a:pt x="2950" y="21"/>
                  <a:pt x="2960" y="31"/>
                </a:cubicBezTo>
                <a:cubicBezTo>
                  <a:pt x="2970" y="41"/>
                  <a:pt x="2978" y="52"/>
                  <a:pt x="2983" y="65"/>
                </a:cubicBezTo>
                <a:cubicBezTo>
                  <a:pt x="2988" y="78"/>
                  <a:pt x="2991" y="92"/>
                  <a:pt x="2991" y="106"/>
                </a:cubicBezTo>
                <a:lnTo>
                  <a:pt x="2991" y="609"/>
                </a:lnTo>
                <a:cubicBezTo>
                  <a:pt x="2991" y="623"/>
                  <a:pt x="2988" y="637"/>
                  <a:pt x="2983" y="650"/>
                </a:cubicBezTo>
                <a:cubicBezTo>
                  <a:pt x="2978" y="663"/>
                  <a:pt x="2970" y="674"/>
                  <a:pt x="2960" y="684"/>
                </a:cubicBezTo>
                <a:cubicBezTo>
                  <a:pt x="2950" y="694"/>
                  <a:pt x="2939" y="702"/>
                  <a:pt x="2926" y="707"/>
                </a:cubicBezTo>
                <a:cubicBezTo>
                  <a:pt x="2913" y="713"/>
                  <a:pt x="2899" y="715"/>
                  <a:pt x="2885" y="715"/>
                </a:cubicBezTo>
                <a:lnTo>
                  <a:pt x="106" y="715"/>
                </a:lnTo>
                <a:cubicBezTo>
                  <a:pt x="92" y="715"/>
                  <a:pt x="78" y="713"/>
                  <a:pt x="65" y="707"/>
                </a:cubicBezTo>
                <a:cubicBezTo>
                  <a:pt x="53" y="702"/>
                  <a:pt x="41" y="694"/>
                  <a:pt x="31" y="684"/>
                </a:cubicBezTo>
                <a:cubicBezTo>
                  <a:pt x="21" y="674"/>
                  <a:pt x="14" y="663"/>
                  <a:pt x="8" y="650"/>
                </a:cubicBezTo>
                <a:cubicBezTo>
                  <a:pt x="3" y="637"/>
                  <a:pt x="0" y="623"/>
                  <a:pt x="0" y="609"/>
                </a:cubicBez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5109840" y="5062320"/>
            <a:ext cx="1067400" cy="248040"/>
          </a:xfrm>
          <a:custGeom>
            <a:avLst/>
            <a:gdLst/>
            <a:ahLst/>
            <a:rect l="0" t="0" r="r" b="b"/>
            <a:pathLst>
              <a:path w="2965" h="689">
                <a:moveTo>
                  <a:pt x="0" y="596"/>
                </a:moveTo>
                <a:lnTo>
                  <a:pt x="0" y="94"/>
                </a:ln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2872" y="0"/>
                </a:lnTo>
                <a:cubicBezTo>
                  <a:pt x="2884" y="0"/>
                  <a:pt x="2896" y="2"/>
                  <a:pt x="2908" y="7"/>
                </a:cubicBezTo>
                <a:cubicBezTo>
                  <a:pt x="2919" y="12"/>
                  <a:pt x="2929" y="19"/>
                  <a:pt x="2938" y="28"/>
                </a:cubicBezTo>
                <a:cubicBezTo>
                  <a:pt x="2946" y="37"/>
                  <a:pt x="2953" y="47"/>
                  <a:pt x="2958" y="58"/>
                </a:cubicBezTo>
                <a:cubicBezTo>
                  <a:pt x="2962" y="70"/>
                  <a:pt x="2965" y="81"/>
                  <a:pt x="2965" y="94"/>
                </a:cubicBezTo>
                <a:lnTo>
                  <a:pt x="2965" y="596"/>
                </a:lnTo>
                <a:cubicBezTo>
                  <a:pt x="2965" y="609"/>
                  <a:pt x="2962" y="621"/>
                  <a:pt x="2958" y="632"/>
                </a:cubicBezTo>
                <a:cubicBezTo>
                  <a:pt x="2953" y="643"/>
                  <a:pt x="2946" y="653"/>
                  <a:pt x="2938" y="662"/>
                </a:cubicBezTo>
                <a:cubicBezTo>
                  <a:pt x="2929" y="671"/>
                  <a:pt x="2919" y="677"/>
                  <a:pt x="2908" y="682"/>
                </a:cubicBezTo>
                <a:cubicBezTo>
                  <a:pt x="2896" y="687"/>
                  <a:pt x="2884" y="689"/>
                  <a:pt x="2872" y="689"/>
                </a:cubicBezTo>
                <a:lnTo>
                  <a:pt x="93" y="689"/>
                </a:lnTo>
                <a:cubicBezTo>
                  <a:pt x="81" y="689"/>
                  <a:pt x="69" y="687"/>
                  <a:pt x="58" y="682"/>
                </a:cubicBezTo>
                <a:cubicBezTo>
                  <a:pt x="46" y="677"/>
                  <a:pt x="36" y="671"/>
                  <a:pt x="28" y="662"/>
                </a:cubicBezTo>
                <a:cubicBezTo>
                  <a:pt x="19" y="653"/>
                  <a:pt x="12" y="643"/>
                  <a:pt x="7" y="632"/>
                </a:cubicBezTo>
                <a:cubicBezTo>
                  <a:pt x="3" y="621"/>
                  <a:pt x="0" y="609"/>
                  <a:pt x="0" y="596"/>
                </a:cubicBezTo>
                <a:close/>
              </a:path>
            </a:pathLst>
          </a:custGeom>
          <a:noFill/>
          <a:ln w="9360">
            <a:solidFill>
              <a:srgbClr val="334155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457200" y="5043240"/>
            <a:ext cx="4647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Se sincroniza entre máquinas con 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5162400" y="5072400"/>
            <a:ext cx="957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70" spc="-1" strike="noStrike">
                <a:solidFill>
                  <a:srgbClr val="e2e8f0"/>
                </a:solidFill>
                <a:latin typeface="Courier New"/>
                <a:ea typeface="Courier New"/>
              </a:rPr>
              <a:t>git pull</a:t>
            </a:r>
            <a:endParaRPr b="0" lang="en-US" sz="15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6176880" y="5043240"/>
            <a:ext cx="43653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si se guarda en un repositorio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457200" y="5471640"/>
            <a:ext cx="8449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e2e8f0"/>
                </a:solidFill>
                <a:latin typeface="Courier New"/>
                <a:ea typeface="Courier New"/>
              </a:rPr>
              <a:t>Cada función es un archivo independiente → fácil de mantener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2615040" y="3119760"/>
            <a:ext cx="6965280" cy="93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530" spc="-1" strike="noStrike">
                <a:solidFill>
                  <a:srgbClr val="f8fafc"/>
                </a:solidFill>
                <a:latin typeface="Courier New"/>
                <a:ea typeface="Courier New"/>
              </a:rPr>
              <a:t>09. Conclusión</a:t>
            </a:r>
            <a:endParaRPr b="0" lang="en-US" sz="653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466560" y="2638080"/>
            <a:ext cx="3915000" cy="343440"/>
          </a:xfrm>
          <a:custGeom>
            <a:avLst/>
            <a:gdLst/>
            <a:ahLst/>
            <a:rect l="0" t="0" r="r" b="b"/>
            <a:pathLst>
              <a:path w="10875" h="954">
                <a:moveTo>
                  <a:pt x="0" y="0"/>
                </a:moveTo>
                <a:lnTo>
                  <a:pt x="10875" y="0"/>
                </a:lnTo>
                <a:lnTo>
                  <a:pt x="10875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4381200" y="2638080"/>
            <a:ext cx="1877040" cy="343440"/>
          </a:xfrm>
          <a:custGeom>
            <a:avLst/>
            <a:gdLst/>
            <a:ahLst/>
            <a:rect l="0" t="0" r="r" b="b"/>
            <a:pathLst>
              <a:path w="5214" h="954">
                <a:moveTo>
                  <a:pt x="0" y="0"/>
                </a:moveTo>
                <a:lnTo>
                  <a:pt x="5214" y="0"/>
                </a:lnTo>
                <a:lnTo>
                  <a:pt x="5214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466560" y="2638080"/>
            <a:ext cx="3915000" cy="343440"/>
          </a:xfrm>
          <a:custGeom>
            <a:avLst/>
            <a:gdLst/>
            <a:ahLst/>
            <a:rect l="0" t="0" r="r" b="b"/>
            <a:pathLst>
              <a:path w="10875" h="954">
                <a:moveTo>
                  <a:pt x="0" y="0"/>
                </a:moveTo>
                <a:lnTo>
                  <a:pt x="10875" y="0"/>
                </a:lnTo>
                <a:lnTo>
                  <a:pt x="10875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4381200" y="2638080"/>
            <a:ext cx="1877040" cy="343440"/>
          </a:xfrm>
          <a:custGeom>
            <a:avLst/>
            <a:gdLst/>
            <a:ahLst/>
            <a:rect l="0" t="0" r="r" b="b"/>
            <a:pathLst>
              <a:path w="5214" h="954">
                <a:moveTo>
                  <a:pt x="0" y="0"/>
                </a:moveTo>
                <a:lnTo>
                  <a:pt x="5214" y="0"/>
                </a:lnTo>
                <a:lnTo>
                  <a:pt x="5214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466560" y="2981160"/>
            <a:ext cx="3915000" cy="390960"/>
          </a:xfrm>
          <a:custGeom>
            <a:avLst/>
            <a:gdLst/>
            <a:ahLst/>
            <a:rect l="0" t="0" r="r" b="b"/>
            <a:pathLst>
              <a:path w="10875" h="1086">
                <a:moveTo>
                  <a:pt x="0" y="0"/>
                </a:moveTo>
                <a:lnTo>
                  <a:pt x="10875" y="0"/>
                </a:lnTo>
                <a:lnTo>
                  <a:pt x="10875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4381200" y="2981160"/>
            <a:ext cx="1877040" cy="390960"/>
          </a:xfrm>
          <a:custGeom>
            <a:avLst/>
            <a:gdLst/>
            <a:ahLst/>
            <a:rect l="0" t="0" r="r" b="b"/>
            <a:pathLst>
              <a:path w="5214" h="1086">
                <a:moveTo>
                  <a:pt x="0" y="0"/>
                </a:moveTo>
                <a:lnTo>
                  <a:pt x="5214" y="0"/>
                </a:lnTo>
                <a:lnTo>
                  <a:pt x="521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466560" y="3371760"/>
            <a:ext cx="3915000" cy="400320"/>
          </a:xfrm>
          <a:custGeom>
            <a:avLst/>
            <a:gdLst/>
            <a:ahLst/>
            <a:rect l="0" t="0" r="r" b="b"/>
            <a:pathLst>
              <a:path w="10875" h="1112">
                <a:moveTo>
                  <a:pt x="0" y="0"/>
                </a:moveTo>
                <a:lnTo>
                  <a:pt x="10875" y="0"/>
                </a:lnTo>
                <a:lnTo>
                  <a:pt x="10875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4381200" y="3371760"/>
            <a:ext cx="1877040" cy="400320"/>
          </a:xfrm>
          <a:custGeom>
            <a:avLst/>
            <a:gdLst/>
            <a:ahLst/>
            <a:rect l="0" t="0" r="r" b="b"/>
            <a:pathLst>
              <a:path w="5214" h="1112">
                <a:moveTo>
                  <a:pt x="0" y="0"/>
                </a:moveTo>
                <a:lnTo>
                  <a:pt x="5214" y="0"/>
                </a:lnTo>
                <a:lnTo>
                  <a:pt x="521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466560" y="3371760"/>
            <a:ext cx="3915000" cy="400320"/>
          </a:xfrm>
          <a:custGeom>
            <a:avLst/>
            <a:gdLst/>
            <a:ahLst/>
            <a:rect l="0" t="0" r="r" b="b"/>
            <a:pathLst>
              <a:path w="10875" h="1112">
                <a:moveTo>
                  <a:pt x="0" y="0"/>
                </a:moveTo>
                <a:lnTo>
                  <a:pt x="10875" y="0"/>
                </a:lnTo>
                <a:lnTo>
                  <a:pt x="10875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4381200" y="3371760"/>
            <a:ext cx="1877040" cy="400320"/>
          </a:xfrm>
          <a:custGeom>
            <a:avLst/>
            <a:gdLst/>
            <a:ahLst/>
            <a:rect l="0" t="0" r="r" b="b"/>
            <a:pathLst>
              <a:path w="5214" h="1112">
                <a:moveTo>
                  <a:pt x="0" y="0"/>
                </a:moveTo>
                <a:lnTo>
                  <a:pt x="5214" y="0"/>
                </a:lnTo>
                <a:lnTo>
                  <a:pt x="521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466560" y="3771720"/>
            <a:ext cx="3915000" cy="390960"/>
          </a:xfrm>
          <a:custGeom>
            <a:avLst/>
            <a:gdLst/>
            <a:ahLst/>
            <a:rect l="0" t="0" r="r" b="b"/>
            <a:pathLst>
              <a:path w="10875" h="1086">
                <a:moveTo>
                  <a:pt x="0" y="0"/>
                </a:moveTo>
                <a:lnTo>
                  <a:pt x="10875" y="0"/>
                </a:lnTo>
                <a:lnTo>
                  <a:pt x="10875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4381200" y="3771720"/>
            <a:ext cx="1877040" cy="390960"/>
          </a:xfrm>
          <a:custGeom>
            <a:avLst/>
            <a:gdLst/>
            <a:ahLst/>
            <a:rect l="0" t="0" r="r" b="b"/>
            <a:pathLst>
              <a:path w="5214" h="1086">
                <a:moveTo>
                  <a:pt x="0" y="0"/>
                </a:moveTo>
                <a:lnTo>
                  <a:pt x="5214" y="0"/>
                </a:lnTo>
                <a:lnTo>
                  <a:pt x="521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466560" y="4162320"/>
            <a:ext cx="3915000" cy="390960"/>
          </a:xfrm>
          <a:custGeom>
            <a:avLst/>
            <a:gdLst/>
            <a:ahLst/>
            <a:rect l="0" t="0" r="r" b="b"/>
            <a:pathLst>
              <a:path w="10875" h="1086">
                <a:moveTo>
                  <a:pt x="0" y="0"/>
                </a:moveTo>
                <a:lnTo>
                  <a:pt x="10875" y="0"/>
                </a:lnTo>
                <a:lnTo>
                  <a:pt x="10875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4381200" y="4162320"/>
            <a:ext cx="1877040" cy="390960"/>
          </a:xfrm>
          <a:custGeom>
            <a:avLst/>
            <a:gdLst/>
            <a:ahLst/>
            <a:rect l="0" t="0" r="r" b="b"/>
            <a:pathLst>
              <a:path w="5214" h="1086">
                <a:moveTo>
                  <a:pt x="0" y="0"/>
                </a:moveTo>
                <a:lnTo>
                  <a:pt x="5214" y="0"/>
                </a:lnTo>
                <a:lnTo>
                  <a:pt x="521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466560" y="4162320"/>
            <a:ext cx="3915000" cy="390960"/>
          </a:xfrm>
          <a:custGeom>
            <a:avLst/>
            <a:gdLst/>
            <a:ahLst/>
            <a:rect l="0" t="0" r="r" b="b"/>
            <a:pathLst>
              <a:path w="10875" h="1086">
                <a:moveTo>
                  <a:pt x="0" y="0"/>
                </a:moveTo>
                <a:lnTo>
                  <a:pt x="10875" y="0"/>
                </a:lnTo>
                <a:lnTo>
                  <a:pt x="10875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4381200" y="4162320"/>
            <a:ext cx="1877040" cy="390960"/>
          </a:xfrm>
          <a:custGeom>
            <a:avLst/>
            <a:gdLst/>
            <a:ahLst/>
            <a:rect l="0" t="0" r="r" b="b"/>
            <a:pathLst>
              <a:path w="5214" h="1086">
                <a:moveTo>
                  <a:pt x="0" y="0"/>
                </a:moveTo>
                <a:lnTo>
                  <a:pt x="5214" y="0"/>
                </a:lnTo>
                <a:lnTo>
                  <a:pt x="521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466560" y="4552920"/>
            <a:ext cx="3915000" cy="390600"/>
          </a:xfrm>
          <a:custGeom>
            <a:avLst/>
            <a:gdLst/>
            <a:ahLst/>
            <a:rect l="0" t="0" r="r" b="b"/>
            <a:pathLst>
              <a:path w="10875" h="1085">
                <a:moveTo>
                  <a:pt x="0" y="0"/>
                </a:moveTo>
                <a:lnTo>
                  <a:pt x="10875" y="0"/>
                </a:lnTo>
                <a:lnTo>
                  <a:pt x="10875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4381200" y="4552920"/>
            <a:ext cx="1877040" cy="390600"/>
          </a:xfrm>
          <a:custGeom>
            <a:avLst/>
            <a:gdLst/>
            <a:ahLst/>
            <a:rect l="0" t="0" r="r" b="b"/>
            <a:pathLst>
              <a:path w="5214" h="1085">
                <a:moveTo>
                  <a:pt x="0" y="0"/>
                </a:moveTo>
                <a:lnTo>
                  <a:pt x="5214" y="0"/>
                </a:lnTo>
                <a:lnTo>
                  <a:pt x="5214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466560" y="4943160"/>
            <a:ext cx="3915000" cy="400680"/>
          </a:xfrm>
          <a:custGeom>
            <a:avLst/>
            <a:gdLst/>
            <a:ahLst/>
            <a:rect l="0" t="0" r="r" b="b"/>
            <a:pathLst>
              <a:path w="10875" h="1113">
                <a:moveTo>
                  <a:pt x="0" y="0"/>
                </a:moveTo>
                <a:lnTo>
                  <a:pt x="10875" y="0"/>
                </a:lnTo>
                <a:lnTo>
                  <a:pt x="10875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4381200" y="4943160"/>
            <a:ext cx="1877040" cy="400680"/>
          </a:xfrm>
          <a:custGeom>
            <a:avLst/>
            <a:gdLst/>
            <a:ahLst/>
            <a:rect l="0" t="0" r="r" b="b"/>
            <a:pathLst>
              <a:path w="5214" h="1113">
                <a:moveTo>
                  <a:pt x="0" y="0"/>
                </a:moveTo>
                <a:lnTo>
                  <a:pt x="5214" y="0"/>
                </a:lnTo>
                <a:lnTo>
                  <a:pt x="5214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466560" y="4943160"/>
            <a:ext cx="3915000" cy="400680"/>
          </a:xfrm>
          <a:custGeom>
            <a:avLst/>
            <a:gdLst/>
            <a:ahLst/>
            <a:rect l="0" t="0" r="r" b="b"/>
            <a:pathLst>
              <a:path w="10875" h="1113">
                <a:moveTo>
                  <a:pt x="0" y="0"/>
                </a:moveTo>
                <a:lnTo>
                  <a:pt x="10875" y="0"/>
                </a:lnTo>
                <a:lnTo>
                  <a:pt x="10875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4381200" y="4943160"/>
            <a:ext cx="1877040" cy="400680"/>
          </a:xfrm>
          <a:custGeom>
            <a:avLst/>
            <a:gdLst/>
            <a:ahLst/>
            <a:rect l="0" t="0" r="r" b="b"/>
            <a:pathLst>
              <a:path w="5214" h="1113">
                <a:moveTo>
                  <a:pt x="0" y="0"/>
                </a:moveTo>
                <a:lnTo>
                  <a:pt x="5214" y="0"/>
                </a:lnTo>
                <a:lnTo>
                  <a:pt x="5214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456840" y="2638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456840" y="2638080"/>
            <a:ext cx="3924720" cy="10080"/>
          </a:xfrm>
          <a:custGeom>
            <a:avLst/>
            <a:gdLst/>
            <a:ahLst/>
            <a:rect l="0" t="0" r="r" b="b"/>
            <a:pathLst>
              <a:path w="10902" h="28">
                <a:moveTo>
                  <a:pt x="0" y="0"/>
                </a:moveTo>
                <a:lnTo>
                  <a:pt x="10902" y="0"/>
                </a:lnTo>
                <a:lnTo>
                  <a:pt x="109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4371840" y="26380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4381200" y="2638080"/>
            <a:ext cx="1877040" cy="10080"/>
          </a:xfrm>
          <a:custGeom>
            <a:avLst/>
            <a:gdLst/>
            <a:ahLst/>
            <a:rect l="0" t="0" r="r" b="b"/>
            <a:pathLst>
              <a:path w="5214" h="28">
                <a:moveTo>
                  <a:pt x="0" y="0"/>
                </a:moveTo>
                <a:lnTo>
                  <a:pt x="5214" y="0"/>
                </a:lnTo>
                <a:lnTo>
                  <a:pt x="5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6248160" y="26380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456840" y="2981160"/>
            <a:ext cx="3924720" cy="9720"/>
          </a:xfrm>
          <a:custGeom>
            <a:avLst/>
            <a:gdLst/>
            <a:ahLst/>
            <a:rect l="0" t="0" r="r" b="b"/>
            <a:pathLst>
              <a:path w="10902" h="27">
                <a:moveTo>
                  <a:pt x="0" y="0"/>
                </a:moveTo>
                <a:lnTo>
                  <a:pt x="10902" y="0"/>
                </a:lnTo>
                <a:lnTo>
                  <a:pt x="109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4381200" y="2981160"/>
            <a:ext cx="1877040" cy="9720"/>
          </a:xfrm>
          <a:custGeom>
            <a:avLst/>
            <a:gdLst/>
            <a:ahLst/>
            <a:rect l="0" t="0" r="r" b="b"/>
            <a:pathLst>
              <a:path w="5214" h="27">
                <a:moveTo>
                  <a:pt x="0" y="0"/>
                </a:moveTo>
                <a:lnTo>
                  <a:pt x="5214" y="0"/>
                </a:lnTo>
                <a:lnTo>
                  <a:pt x="5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456840" y="2990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4371840" y="2990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6248160" y="2990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456840" y="3381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456840" y="3371760"/>
            <a:ext cx="3924720" cy="9720"/>
          </a:xfrm>
          <a:custGeom>
            <a:avLst/>
            <a:gdLst/>
            <a:ahLst/>
            <a:rect l="0" t="0" r="r" b="b"/>
            <a:pathLst>
              <a:path w="10902" h="27">
                <a:moveTo>
                  <a:pt x="0" y="0"/>
                </a:moveTo>
                <a:lnTo>
                  <a:pt x="10902" y="0"/>
                </a:lnTo>
                <a:lnTo>
                  <a:pt x="109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4371840" y="3381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4381200" y="3371760"/>
            <a:ext cx="1877040" cy="9720"/>
          </a:xfrm>
          <a:custGeom>
            <a:avLst/>
            <a:gdLst/>
            <a:ahLst/>
            <a:rect l="0" t="0" r="r" b="b"/>
            <a:pathLst>
              <a:path w="5214" h="27">
                <a:moveTo>
                  <a:pt x="0" y="0"/>
                </a:moveTo>
                <a:lnTo>
                  <a:pt x="5214" y="0"/>
                </a:lnTo>
                <a:lnTo>
                  <a:pt x="5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6248160" y="33811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456840" y="3771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456840" y="3762360"/>
            <a:ext cx="3924720" cy="9720"/>
          </a:xfrm>
          <a:custGeom>
            <a:avLst/>
            <a:gdLst/>
            <a:ahLst/>
            <a:rect l="0" t="0" r="r" b="b"/>
            <a:pathLst>
              <a:path w="10902" h="27">
                <a:moveTo>
                  <a:pt x="0" y="0"/>
                </a:moveTo>
                <a:lnTo>
                  <a:pt x="10902" y="0"/>
                </a:lnTo>
                <a:lnTo>
                  <a:pt x="109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4371840" y="37717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4381200" y="3762360"/>
            <a:ext cx="1877040" cy="9720"/>
          </a:xfrm>
          <a:custGeom>
            <a:avLst/>
            <a:gdLst/>
            <a:ahLst/>
            <a:rect l="0" t="0" r="r" b="b"/>
            <a:pathLst>
              <a:path w="5214" h="27">
                <a:moveTo>
                  <a:pt x="0" y="0"/>
                </a:moveTo>
                <a:lnTo>
                  <a:pt x="5214" y="0"/>
                </a:lnTo>
                <a:lnTo>
                  <a:pt x="5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6248160" y="3771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456840" y="4162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456840" y="4152600"/>
            <a:ext cx="3924720" cy="10080"/>
          </a:xfrm>
          <a:custGeom>
            <a:avLst/>
            <a:gdLst/>
            <a:ahLst/>
            <a:rect l="0" t="0" r="r" b="b"/>
            <a:pathLst>
              <a:path w="10902" h="28">
                <a:moveTo>
                  <a:pt x="0" y="0"/>
                </a:moveTo>
                <a:lnTo>
                  <a:pt x="10902" y="0"/>
                </a:lnTo>
                <a:lnTo>
                  <a:pt x="109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4371840" y="41623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4381200" y="4152600"/>
            <a:ext cx="1877040" cy="10080"/>
          </a:xfrm>
          <a:custGeom>
            <a:avLst/>
            <a:gdLst/>
            <a:ahLst/>
            <a:rect l="0" t="0" r="r" b="b"/>
            <a:pathLst>
              <a:path w="5214" h="28">
                <a:moveTo>
                  <a:pt x="0" y="0"/>
                </a:moveTo>
                <a:lnTo>
                  <a:pt x="5214" y="0"/>
                </a:lnTo>
                <a:lnTo>
                  <a:pt x="5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6248160" y="4162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456840" y="4562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456840" y="4552920"/>
            <a:ext cx="3924720" cy="9720"/>
          </a:xfrm>
          <a:custGeom>
            <a:avLst/>
            <a:gdLst/>
            <a:ahLst/>
            <a:rect l="0" t="0" r="r" b="b"/>
            <a:pathLst>
              <a:path w="10902" h="27">
                <a:moveTo>
                  <a:pt x="0" y="0"/>
                </a:moveTo>
                <a:lnTo>
                  <a:pt x="10902" y="0"/>
                </a:lnTo>
                <a:lnTo>
                  <a:pt x="109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4371840" y="4562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4381200" y="4552920"/>
            <a:ext cx="1877040" cy="9720"/>
          </a:xfrm>
          <a:custGeom>
            <a:avLst/>
            <a:gdLst/>
            <a:ahLst/>
            <a:rect l="0" t="0" r="r" b="b"/>
            <a:pathLst>
              <a:path w="5214" h="27">
                <a:moveTo>
                  <a:pt x="0" y="0"/>
                </a:moveTo>
                <a:lnTo>
                  <a:pt x="5214" y="0"/>
                </a:lnTo>
                <a:lnTo>
                  <a:pt x="52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6248160" y="4562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456840" y="49528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456840" y="4943160"/>
            <a:ext cx="3924720" cy="10080"/>
          </a:xfrm>
          <a:custGeom>
            <a:avLst/>
            <a:gdLst/>
            <a:ahLst/>
            <a:rect l="0" t="0" r="r" b="b"/>
            <a:pathLst>
              <a:path w="10902" h="28">
                <a:moveTo>
                  <a:pt x="0" y="0"/>
                </a:moveTo>
                <a:lnTo>
                  <a:pt x="10902" y="0"/>
                </a:lnTo>
                <a:lnTo>
                  <a:pt x="109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4371840" y="49528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4381200" y="4943160"/>
            <a:ext cx="1877040" cy="10080"/>
          </a:xfrm>
          <a:custGeom>
            <a:avLst/>
            <a:gdLst/>
            <a:ahLst/>
            <a:rect l="0" t="0" r="r" b="b"/>
            <a:pathLst>
              <a:path w="5214" h="28">
                <a:moveTo>
                  <a:pt x="0" y="0"/>
                </a:moveTo>
                <a:lnTo>
                  <a:pt x="5214" y="0"/>
                </a:lnTo>
                <a:lnTo>
                  <a:pt x="5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6248160" y="49528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456840" y="5333760"/>
            <a:ext cx="3924720" cy="10080"/>
          </a:xfrm>
          <a:custGeom>
            <a:avLst/>
            <a:gdLst/>
            <a:ahLst/>
            <a:rect l="0" t="0" r="r" b="b"/>
            <a:pathLst>
              <a:path w="10902" h="28">
                <a:moveTo>
                  <a:pt x="0" y="0"/>
                </a:moveTo>
                <a:lnTo>
                  <a:pt x="10902" y="0"/>
                </a:lnTo>
                <a:lnTo>
                  <a:pt x="109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4381200" y="5333760"/>
            <a:ext cx="1877040" cy="10080"/>
          </a:xfrm>
          <a:custGeom>
            <a:avLst/>
            <a:gdLst/>
            <a:ahLst/>
            <a:rect l="0" t="0" r="r" b="b"/>
            <a:pathLst>
              <a:path w="5214" h="28">
                <a:moveTo>
                  <a:pt x="0" y="0"/>
                </a:moveTo>
                <a:lnTo>
                  <a:pt x="5214" y="0"/>
                </a:lnTo>
                <a:lnTo>
                  <a:pt x="52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457200" y="1541520"/>
            <a:ext cx="4743360" cy="68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780" spc="-1" strike="noStrike">
                <a:solidFill>
                  <a:srgbClr val="e2e8f0"/>
                </a:solidFill>
                <a:latin typeface="Courier New"/>
                <a:ea typeface="Courier New"/>
              </a:rPr>
              <a:t>¿Cuál elegir?</a:t>
            </a:r>
            <a:endParaRPr b="0" lang="en-US" sz="4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2048040" y="2728440"/>
            <a:ext cx="687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CONTEXTO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4710960" y="2728440"/>
            <a:ext cx="1117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30" spc="-1" strike="noStrike">
                <a:solidFill>
                  <a:srgbClr val="94a3b8"/>
                </a:solidFill>
                <a:latin typeface="Courier New"/>
                <a:ea typeface="Courier New"/>
              </a:rPr>
              <a:t>RECOMENDACIÓN</a:t>
            </a:r>
            <a:endParaRPr b="0" lang="en-US" sz="1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590400" y="3079440"/>
            <a:ext cx="29131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Servidores / CI/CD / Docker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4510080" y="3079440"/>
            <a:ext cx="432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Bash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590400" y="3470040"/>
            <a:ext cx="34527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Compartir herramientas en equipo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4510080" y="3470040"/>
            <a:ext cx="432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Bash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590400" y="3860640"/>
            <a:ext cx="29131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macOS (sin configurar nada)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4510080" y="3860640"/>
            <a:ext cx="3236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Zsh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590400" y="4250880"/>
            <a:ext cx="22669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Personalización total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4510080" y="4250880"/>
            <a:ext cx="16192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Zsh + Oh My Zsh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590400" y="4651200"/>
            <a:ext cx="28065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Productividad local diaria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4510080" y="4651200"/>
            <a:ext cx="432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Fish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590400" y="5041440"/>
            <a:ext cx="36691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"Que funcione desde el minuto uno"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4510080" y="5041440"/>
            <a:ext cx="432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410" spc="-1" strike="noStrike">
                <a:solidFill>
                  <a:srgbClr val="e2e8f0"/>
                </a:solidFill>
                <a:latin typeface="Courier New"/>
                <a:ea typeface="Courier New"/>
              </a:rPr>
              <a:t>Fish</a:t>
            </a:r>
            <a:endParaRPr b="0" lang="en-US" sz="141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456840" y="4857480"/>
            <a:ext cx="11278080" cy="10080"/>
          </a:xfrm>
          <a:custGeom>
            <a:avLst/>
            <a:gdLst/>
            <a:ahLst/>
            <a:rect l="0" t="0" r="r" b="b"/>
            <a:pathLst>
              <a:path w="31328" h="28">
                <a:moveTo>
                  <a:pt x="0" y="0"/>
                </a:moveTo>
                <a:lnTo>
                  <a:pt x="31328" y="0"/>
                </a:lnTo>
                <a:lnTo>
                  <a:pt x="313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2179080" y="2045160"/>
            <a:ext cx="7833600" cy="1652400"/>
          </a:xfrm>
          <a:custGeom>
            <a:avLst/>
            <a:gdLst/>
            <a:ahLst/>
            <a:rect l="0" t="0" r="r" b="b"/>
            <a:pathLst>
              <a:path w="21760" h="4590">
                <a:moveTo>
                  <a:pt x="0" y="0"/>
                </a:moveTo>
                <a:lnTo>
                  <a:pt x="21760" y="0"/>
                </a:lnTo>
                <a:lnTo>
                  <a:pt x="21760" y="4590"/>
                </a:lnTo>
                <a:lnTo>
                  <a:pt x="0" y="4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284" name="" descr=""/>
          <p:cNvPicPr/>
          <p:nvPr/>
        </p:nvPicPr>
        <p:blipFill>
          <a:blip r:embed="rId1"/>
          <a:stretch/>
        </p:blipFill>
        <p:spPr>
          <a:xfrm>
            <a:off x="2179440" y="2045160"/>
            <a:ext cx="7832880" cy="1651680"/>
          </a:xfrm>
          <a:prstGeom prst="rect">
            <a:avLst/>
          </a:prstGeom>
          <a:ln w="0">
            <a:noFill/>
          </a:ln>
        </p:spPr>
      </p:pic>
      <p:pic>
        <p:nvPicPr>
          <p:cNvPr id="1285" name="" descr=""/>
          <p:cNvPicPr/>
          <p:nvPr/>
        </p:nvPicPr>
        <p:blipFill>
          <a:blip r:embed="rId2"/>
          <a:stretch/>
        </p:blipFill>
        <p:spPr>
          <a:xfrm>
            <a:off x="10012680" y="2045160"/>
            <a:ext cx="0" cy="1651680"/>
          </a:xfrm>
          <a:prstGeom prst="rect">
            <a:avLst/>
          </a:prstGeom>
          <a:ln w="0">
            <a:noFill/>
          </a:ln>
        </p:spPr>
      </p:pic>
      <p:pic>
        <p:nvPicPr>
          <p:cNvPr id="1286" name="" descr=""/>
          <p:cNvPicPr/>
          <p:nvPr/>
        </p:nvPicPr>
        <p:blipFill>
          <a:blip r:embed="rId3"/>
          <a:stretch/>
        </p:blipFill>
        <p:spPr>
          <a:xfrm>
            <a:off x="2179440" y="2045160"/>
            <a:ext cx="7832880" cy="1651680"/>
          </a:xfrm>
          <a:prstGeom prst="rect">
            <a:avLst/>
          </a:prstGeom>
          <a:ln w="0">
            <a:noFill/>
          </a:ln>
        </p:spPr>
      </p:pic>
      <p:pic>
        <p:nvPicPr>
          <p:cNvPr id="1287" name="" descr=""/>
          <p:cNvPicPr/>
          <p:nvPr/>
        </p:nvPicPr>
        <p:blipFill>
          <a:blip r:embed="rId4"/>
          <a:stretch/>
        </p:blipFill>
        <p:spPr>
          <a:xfrm>
            <a:off x="10012680" y="2045160"/>
            <a:ext cx="0" cy="1651680"/>
          </a:xfrm>
          <a:prstGeom prst="rect">
            <a:avLst/>
          </a:prstGeom>
          <a:ln w="0">
            <a:noFill/>
          </a:ln>
        </p:spPr>
      </p:pic>
      <p:sp>
        <p:nvSpPr>
          <p:cNvPr id="1288" name=""/>
          <p:cNvSpPr txBox="1"/>
          <p:nvPr/>
        </p:nvSpPr>
        <p:spPr>
          <a:xfrm>
            <a:off x="2179800" y="2049480"/>
            <a:ext cx="7835760" cy="164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420" spc="-1" strike="noStrike">
                <a:solidFill>
                  <a:srgbClr val="000000"/>
                </a:solidFill>
                <a:latin typeface="Courier New"/>
                <a:ea typeface="Courier New"/>
              </a:rPr>
              <a:t>¡Gracias!</a:t>
            </a:r>
            <a:endParaRPr b="0" lang="en-US" sz="114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2179800" y="2049480"/>
            <a:ext cx="7835760" cy="164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1420" spc="-1" strike="noStrike">
                <a:solidFill>
                  <a:srgbClr val="000000"/>
                </a:solidFill>
                <a:latin typeface="Courier New"/>
                <a:ea typeface="Courier New"/>
              </a:rPr>
              <a:t>¡Gracias!</a:t>
            </a:r>
            <a:endParaRPr b="0" lang="en-US" sz="114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5234400" y="4311000"/>
            <a:ext cx="1725840" cy="40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830" spc="-1" strike="noStrike">
                <a:solidFill>
                  <a:srgbClr val="e2e8f0"/>
                </a:solidFill>
                <a:latin typeface="Courier New"/>
                <a:ea typeface="Courier New"/>
              </a:rPr>
              <a:t>mlermo-j</a:t>
            </a:r>
            <a:endParaRPr b="0" lang="en-US" sz="28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5052600" y="5163480"/>
            <a:ext cx="2090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20" spc="-1" strike="noStrike">
                <a:solidFill>
                  <a:srgbClr val="64748b"/>
                </a:solidFill>
                <a:latin typeface="Courier New"/>
                <a:ea typeface="Courier New"/>
              </a:rPr>
              <a:t>42 Málaga · Shells</a:t>
            </a:r>
            <a:endParaRPr b="0" lang="en-US" sz="152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