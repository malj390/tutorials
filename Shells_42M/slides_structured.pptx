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Shell Showdown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Bash, Zsh &amp; Fish: Eficiencia en la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Tutorial para 42 Málaga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01. 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Bash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Ecosistema de Shells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Análisis comparativo de características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Año de lanzamiento 1989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Compatibilidad POSIX 100% Estándar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Filosofía de Sintaxis Clásica y estricta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Experiencia Inicial Espartana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6858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Plugins: Limitados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269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31520" y="7680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31520" y="8092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31520" y="8503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31520" y="8915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Zsh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9326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31520" y="97383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31520" y="101498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Año de lanzamiento 1990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05613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Compatibilidad POSIX 99% (Superconjunto)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09727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Filosofía de Sintaxis Clásica mejorada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13842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Experiencia Inicial Espartana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117957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731520" y="122072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731520" y="126187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Plugins: Oh My Zsh (Extenso)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130301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731520" y="134416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31520" y="138531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731520" y="142646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731520" y="146761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Fish Shell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150875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731520" y="154990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731520" y="159105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Año de lanzamiento 2005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6322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Compatibilidad POSIX 0% (Diseño propio)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67335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Filosofía de Sintaxis Moderna (Humana)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71449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Experiencia Inicial Completa e Inteligente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175564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731520" y="179679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731520" y="183794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Plugins: Fisher (Ligero/Nativo)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187909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731520" y="192023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Ventajas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508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27432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Bash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48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Portabilidad absoluta:Linux, macOS, WSL, servidores, contenedores.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1089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Documentación infinita:todo problema ya fue resuelto en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29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Estándar:El rey en CI/CD, Dockerfiles y scripts de instalación.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749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Ligero:Sin dependencias externas y ultra rápido en arranque.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0690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Compatibilidad total:Scripts de hace décadas siguen funcionando.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389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20624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206240" y="1508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20624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Zsh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148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206240" y="2468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20624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Compatibilidad total:Los scripts de Bash funcionan sin cambios.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1089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Oh My Zsh:El mayor ecosistema de plugins y temas de la comunidad.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429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Personalizable:Puedes redefinir cualquier comportamiento interno.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749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Nativo en Apple:Es la Shell por defecto en macOS actualmente.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0690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Mejor autocompletado:Supera a Bash ampliamente.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389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Arrays flexibles:Manipulación limpia sin requerir ${array[@]}.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70915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13816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138160" y="1508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813816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Fish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148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138160" y="2468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13816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Autocompletado nativo:Lee páginas man y sugiere comandos en gris.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1089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Sintaxis limpia:Adiós a do/done/fi, todo termina con end.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429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argparse integrado:Procesa banderas avanzadas en una sola línea.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749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Listas nativas:Manejo de arrays real sin comillas de protección.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0690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funcsave:Guardado instantáneo de funciones desde la terminal.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389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✓ Rápido y robusto:Diseñado desde cero y escrito en C++.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70915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Desventajas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508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27432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Bash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48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Sintaxis arcaica:Un espacio en blanco mal puesto rompe el script por completo.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1089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Espacios en rutas:Olvidar las comillas dobles desarma los argumentos.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29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Parseo tedioso:Requiere bucles while + case + shift para banderas simples.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749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Autocompletado básico:Por defecto viene limitado a comandos y archivos locales.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0690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0624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206240" y="1508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20624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Zsh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148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206240" y="2468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20624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Requiere configuración:Sin plugins externos, es visualmente tan gris como Bash.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089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Lentitud:Cargar Oh My Zsh con muchos temas puede ralentizar el arranque.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429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Sintaxis heredada:Mantiene la lógica pesada de usar fi, done y [[ ]].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749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Inconsistencias:Algunas funciones nativas de Bash no se comportan igual aquí.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0690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Dependencias pesadas:Oh My Zsh puede convertirse en un monstruo difícil de auditar.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389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813816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138160" y="1508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13816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Fish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148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8138160" y="2468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813816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Incompatibilidad POSIX:Los scripts de Bash tradicionales no funcionarán nativamente.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1089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Ausencia en servidores:Rara vez viene instalado por defecto en servidores de producción.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429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Ecosistema menor:Tiene menos recursos listos para usar que Oh My Zsh.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749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Herramientas CLI externas:A veces requieren envoltorios como bass o traducción manual.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0690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✗ Curva de aprendizaje:Su sintaxis diferente puede chocar a usuarios veteranos de Bash/Zsh.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389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Variables y Condicionales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Bash/Zsh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5486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nombre="42Malaga"</a:t>
            </a:r>
            <a:br/>
            <a:br/>
            <a:r>
              <a:t>if [ -d "$HOME/Downloads" ]; then</a:t>
            </a:r>
            <a:br/>
            <a:r>
              <a:t>    echo "$nombre: carpeta existe"</a:t>
            </a:r>
            <a:br/>
            <a:r>
              <a:t>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Reglas estrictas: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4864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Sin espacios alrededor del =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Espacios obligatorios dentro de [ ]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Las comillas dobles protegen espacios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486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set nombre "42Malaga"</a:t>
            </a:r>
            <a:br/>
            <a:r>
              <a:t>set -l ruta_local "$HOME/Downloads"</a:t>
            </a:r>
            <a:br/>
            <a:r>
              <a:t>set -gx VARIABLE_GLOBAL "exportada"</a:t>
            </a:r>
            <a:br/>
            <a:br/>
            <a:r>
              <a:t>if test -d $HOME/Downloads</a:t>
            </a:r>
            <a:br/>
            <a:r>
              <a:t>    echo "Carpeta existe"</a:t>
            </a:r>
            <a:br/>
            <a:r>
              <a:t>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9352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Reglas más flexibles: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255264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set reemplaza al = — sin errores de espacios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test sin corchetes, cierra con end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Variables globales con set -gx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Variables locales con set -l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Arrays y Bucles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Bash/Zsh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5486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extensiones=(js py ts)</a:t>
            </a:r>
            <a:br/>
            <a:br/>
            <a:r>
              <a:t>for ext in "${extensiones[@]}"; do</a:t>
            </a:r>
            <a:br/>
            <a:r>
              <a:t>    echo "Procesando: $ext"</a:t>
            </a:r>
            <a:br/>
            <a: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  <a:r>
              <a:t>Sintaxis pesada: `${array[@]}`, `do`/`done`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486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set extensiones js py ts</a:t>
            </a:r>
            <a:br/>
            <a:br/>
            <a:r>
              <a:t>for ext in $extensiones</a:t>
            </a:r>
            <a:br/>
            <a:r>
              <a:t>    echo "Procesando: $ext"</a:t>
            </a:r>
            <a:br/>
            <a:r>
              <a:t>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606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Las listas son nativas: $extensiones ya es una lista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Sin ${array[@]}, sin do/done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Brace Expansion &amp; Argumentos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Bash/Zsh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548640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# Crear carpetas al vuelo</a:t>
            </a:r>
            <a:br/>
            <a:r>
              <a:t>mkdir test{1..4}</a:t>
            </a:r>
            <a:br/>
            <a:r>
              <a:t>mkdir -p proyecto/{js,css}/{src,dist}</a:t>
            </a:r>
            <a:br/>
            <a:br/>
            <a:r>
              <a:t># Parseo manual de argumentos</a:t>
            </a:r>
            <a:br/>
            <a:r>
              <a:t>ejemplo_args() {</a:t>
            </a:r>
            <a:br/>
            <a:r>
              <a:t>    local output=""</a:t>
            </a:r>
            <a:br/>
            <a:r>
              <a:t>    while [[ $# -gt 0 ]]; do</a:t>
            </a:r>
            <a:br/>
            <a:r>
              <a:t>        case "$1" in</a:t>
            </a:r>
            <a:br/>
            <a:r>
              <a:t>            -o|--output) output="$2"; shift 2 ;;</a:t>
            </a:r>
            <a:br/>
            <a:r>
              <a:t>            *) echo "Error: $1"; return 1 ;;</a:t>
            </a:r>
            <a:br/>
            <a:r>
              <a:t>        esac</a:t>
            </a:r>
            <a:br/>
            <a:r>
              <a:t>    done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54864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# Brace expansion (desde Fish 3.0)</a:t>
            </a:r>
            <a:br/>
            <a:r>
              <a:t>mkdir test{1..4}</a:t>
            </a:r>
            <a:br/>
            <a:r>
              <a:t>mkdir -p proyecto/{js,css}/{src,dist}</a:t>
            </a:r>
            <a:br/>
            <a:br/>
            <a:r>
              <a:t># Parseo de argumentos en una línea</a:t>
            </a:r>
            <a:br/>
            <a:r>
              <a:t>function ejemplo_args</a:t>
            </a:r>
            <a:br/>
            <a:r>
              <a:t>    argparse 'o/output=' 'e/ext=+' -- $argv</a:t>
            </a:r>
            <a:br/>
            <a:r>
              <a:t>    echo "Salida: $_flag_output"</a:t>
            </a:r>
            <a:br/>
            <a:r>
              <a:t>    echo "Extensiones: $_flag_ext"</a:t>
            </a:r>
            <a:br/>
            <a:r>
              <a:t>end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05. Comparativa Directa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Declarar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Condicionales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If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Arrays / Listas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Declarar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Bucles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For rango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06. Compatibilidad y Ecosistema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El problema POSIX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# Esto funciona en Bash/Zsh pero NO en Fish</a:t>
            </a:r>
            <a:br/>
            <a:r>
              <a:t>export GOOGLE_CLOUD_PROJECT="mi-proyecto"</a:t>
            </a:r>
            <a:br/>
            <a:r>
              <a:t>source /ruta/init.sh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# Equivalente en Fish</a:t>
            </a:r>
            <a:br/>
            <a:r>
              <a:t>set -gx GOOGLE_CLOUD_PROJECT "mi-proyecto"</a:t>
            </a:r>
            <a:br/>
            <a:r>
              <a:t>bass source /ruta/init.sh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Plugins Fisher esenciales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Función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edc/bass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Ejecuta scripts Bash en 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Permite usar herramientas CLI diseñadas para Bash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jorgebucaran/nvm.fish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NVM nativo ultra-rápido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Gestión de versiones Node.js sin ralentizar el shell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patrickf1/fzf.fish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Buscador difuso (Ctrl+R visual)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Reemplazo moderno para history con vista previa de comandos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jethrokuan/z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Salto a carpetas frecuentes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Navegación rápida basada en uso reciente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IlanCosman/tide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Prompt asíncrono moderno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Prompt personalizable con información de Git, tiempo, etc.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franciscolourenco/done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Notificación de comandos largos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Notifica al terminar comandos que tardan más de 10 segundos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edc/bass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Ejecuta scripts Bash en Fish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Permite usar herramientas CLI diseñadas para Bash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6629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7040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jorgebucaran/nvm.fish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7452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NVM nativo ultra-rápido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7863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Gestión de versiones Node.js sin ralentizar el shell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82753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86867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90982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patrickf1/fzf.fish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95097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Buscador difuso (Ctrl+R visual)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99212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Reemplazo moderno para history con vista previa de comandos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03327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31520" y="107441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31520" y="111556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jethrokuan/z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15671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Salto a carpetas frecuentes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19786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Navegación rápida basada en uso reciente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23901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31520" y="128015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31520" y="132130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IlanCosman/tide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36245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Prompt asíncrono moderno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4036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Prompt personalizable con información de Git, tiempo, etc.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44475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731520" y="148589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731520" y="152704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franciscolourenco/done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56819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Notificación de comandos largos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160934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Notifica al terminar comandos que tardan más de 10 segundos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165049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31520" y="169163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731520" y="173278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731520" y="177393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Instalación rápida de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For Fish (Fisher)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fisher install edc/bass</a:t>
            </a:r>
            <a:br/>
            <a:r>
              <a:t>fisher install patrickf1/fzf.fish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For Zsh (Oh My Zsh)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5486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# En ~/.zshrc</a:t>
            </a:r>
            <a:br/>
            <a:r>
              <a:t>plugins=(git fzf)</a:t>
            </a:r>
            <a:br/>
            <a:r>
              <a:t>source $ZSH/oh-my-zsh.sh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fzf: Buscador difuso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eza: ls mejorado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Ejemplos del Día a Día (Fish)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gcpush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function gcpush</a:t>
            </a:r>
            <a:br/>
            <a:r>
              <a:t>    git add .</a:t>
            </a:r>
            <a:br/>
            <a:r>
              <a:t>    if test (count $argv) -gt 0</a:t>
            </a:r>
            <a:br/>
            <a:r>
              <a:t>        git commit -m "$argv[1]"</a:t>
            </a:r>
            <a:br/>
            <a:r>
              <a:t>    else</a:t>
            </a:r>
            <a:br/>
            <a:r>
              <a:t>        git commit -m (date "+%d %^b %y %H:%M")</a:t>
            </a:r>
            <a:br/>
            <a:r>
              <a:t>    end</a:t>
            </a:r>
            <a:br/>
            <a:r>
              <a:t>    git push</a:t>
            </a:r>
            <a:br/>
            <a:r>
              <a:t>end</a:t>
            </a:r>
            <a:br/>
            <a:br/>
            <a:r>
              <a:t>funcsave gcpush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4728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78808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$&gt;gcpush "Actualización de README"</a:t>
            </a:r>
            <a:br/>
            <a:r>
              <a:t>$&gt;git log --oneline</a:t>
            </a:r>
            <a:br/>
            <a:r>
              <a:t>14538a (HEAD -&gt; main, origin/main, origin/HEAD) Actualización de README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19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O sin mensaje: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30952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$&gt;gcpush</a:t>
            </a:r>
            <a:br/>
            <a:r>
              <a:t>$&gt;git log --oneline</a:t>
            </a:r>
            <a:br/>
            <a:r>
              <a:t>14538a (HEAD -&gt; main, origin/main, origin/HEAD) 12 MAY 26 13:17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pulleverything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function pulleverything</a:t>
            </a:r>
            <a:br/>
            <a:r>
              <a:t>    for dir in */.git</a:t>
            </a:r>
            <a:br/>
            <a:r>
              <a:t>        echo ""</a:t>
            </a:r>
            <a:br/>
            <a:r>
              <a:t>        set_color --bold --underline yellow</a:t>
            </a:r>
            <a:br/>
            <a:r>
              <a:t>        echo (dirname $dir)</a:t>
            </a:r>
            <a:br/>
            <a:r>
              <a:t>        set_color normal</a:t>
            </a:r>
            <a:br/>
            <a:r>
              <a:t>        git -C (dirname $dir) pull</a:t>
            </a:r>
            <a:br/>
            <a:r>
              <a:t>    end</a:t>
            </a:r>
            <a:br/>
            <a:r>
              <a:t>end</a:t>
            </a:r>
            <a:br/>
            <a:br/>
            <a:r>
              <a:t>funcsave pulleverything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472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38587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ft_printf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702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Already up to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8172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repo_not_sync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93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Updating 42c9b8a..d1e2f3a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046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Fast-forward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161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README.md | 2 +-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1 file changed, 1 insertion(+), 1 deletion(-)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73912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function memo</a:t>
            </a:r>
            <a:br/>
            <a:r>
              <a:t>    set -l memo_file "$FISH_TOOLS_ROOT/memo.md"</a:t>
            </a:r>
            <a:br/>
            <a:r>
              <a:t>    if test (count $argv) -lt 2</a:t>
            </a:r>
            <a:br/>
            <a:r>
              <a:t>        echo "Usage: memo \"Description\" \"Command\""</a:t>
            </a:r>
            <a:br/>
            <a:r>
              <a:t>        return</a:t>
            </a:r>
            <a:br/>
            <a:r>
              <a:t>    end</a:t>
            </a:r>
            <a:br/>
            <a:r>
              <a:t>    set -l description $argv[1]</a:t>
            </a:r>
            <a:br/>
            <a:r>
              <a:t>    set -l command_text $argv[2]</a:t>
            </a:r>
            <a:br/>
            <a:r>
              <a:t>    if not test -f "$memo_file"</a:t>
            </a:r>
            <a:br/>
            <a:r>
              <a:t>        echo "# Personal Command Memo" &gt; "$memo_file"</a:t>
            </a:r>
            <a:br/>
            <a:r>
              <a:t>    end</a:t>
            </a:r>
            <a:br/>
            <a:r>
              <a:t>    echo -e "\n## $description\n\`\`\`bash\n$command_text\n\`\`\`" &gt;&gt; "$memo_file"</a:t>
            </a:r>
            <a:br/>
            <a:r>
              <a:t>    echo "✅ Saved to: $memo_file"</a:t>
            </a:r>
            <a:br/>
            <a:r>
              <a:t>end</a:t>
            </a:r>
            <a:br/>
            <a:br/>
            <a:r>
              <a:t>funcsave memo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531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846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memo "Titulo de la entrada o comando" "ls -l"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memoshow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function memoshow</a:t>
            </a:r>
            <a:br/>
            <a:r>
              <a:t>    cat "$FISH_TOOLS_ROOT/memo.md"</a:t>
            </a:r>
            <a:br/>
            <a:r>
              <a:t>end</a:t>
            </a:r>
            <a:br/>
            <a:br/>
            <a:r>
              <a:t>funcsave memoshow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$&gt;memoshow</a:t>
            </a:r>
            <a:br/>
            <a:r>
              <a:t># Titulo de la entrada o comando</a:t>
            </a:r>
            <a:br/>
            <a:r>
              <a:t>`ls -l`</a:t>
            </a:r>
            <a:br/>
            <a:br/>
            <a:r>
              <a:t># Comando anterior</a:t>
            </a:r>
            <a:br/>
            <a:r>
              <a:t>`cat README.md`</a:t>
            </a:r>
            <a:br/>
            <a:br/>
            <a:r>
              <a:t># Comando de hace 1 mes</a:t>
            </a:r>
            <a:br/>
            <a:r>
              <a:t>`git log --oneline`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statussearch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5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AAAAAA"/>
                </a:solidFill>
              </a:defRPr>
            </a:pPr>
            <a:r>
              <a:t>Estado Git de múltiples repositorios: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0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function statussearch</a:t>
            </a:r>
            <a:br/>
            <a:r>
              <a:t>    set -l repos (find . -name ".git" -type d)</a:t>
            </a:r>
            <a:br/>
            <a:r>
              <a:t>    for repo in $repos</a:t>
            </a:r>
            <a:br/>
            <a:r>
              <a:t>        set -l parent (dirname $repo)</a:t>
            </a:r>
            <a:br/>
            <a:r>
              <a:t>        echo -n "Checking $parent... "</a:t>
            </a:r>
            <a:br/>
            <a:r>
              <a:t>        git -C $parent fetch --quiet &amp;</a:t>
            </a:r>
            <a:br/>
            <a:r>
              <a:t>        wait</a:t>
            </a:r>
            <a:br/>
            <a:r>
              <a:t>        echo -ne "\r\033[K"</a:t>
            </a:r>
            <a:br/>
            <a:r>
              <a:t>        set -l dinfo (git -C $parent status --porcelain)</a:t>
            </a:r>
            <a:br/>
            <a:r>
              <a:t>        set -l branch_info (git -C $parent status -sb)</a:t>
            </a:r>
            <a:br/>
            <a:r>
              <a:t>        if test -n "$dinfo"</a:t>
            </a:r>
            <a:br/>
            <a:r>
              <a:t>            set_color --bold yellow</a:t>
            </a:r>
            <a:br/>
            <a:r>
              <a:t>            echo "🚧 $parent (Cambios locales)"</a:t>
            </a:r>
            <a:br/>
            <a:r>
              <a:t>            set_color normal</a:t>
            </a:r>
            <a:br/>
            <a:r>
              <a:t>            git -C $parent status -s</a:t>
            </a:r>
            <a:br/>
            <a:r>
              <a:t>            echo ""</a:t>
            </a:r>
            <a:br/>
            <a:r>
              <a:t>        else if string match -q "*behind*" "$branch_info"</a:t>
            </a:r>
            <a:br/>
            <a:r>
              <a:t>            set_color --bold magenta</a:t>
            </a:r>
            <a:br/>
            <a:r>
              <a:t>            echo "📥 $parent (Pendiente de PULL - Hay cambios en GitHub)"</a:t>
            </a:r>
            <a:br/>
            <a:r>
              <a:t>            set_color normal</a:t>
            </a:r>
            <a:br/>
            <a:r>
              <a:t>            echo ""</a:t>
            </a:r>
            <a:br/>
            <a:r>
              <a:t>        else if string match -q "*ahead*" "$branch_info"</a:t>
            </a:r>
            <a:br/>
            <a:r>
              <a:t>            set_color --bold cyan</a:t>
            </a:r>
            <a:br/>
            <a:r>
              <a:t>            echo "🚀 $parent (Pendiente de PUSH)"</a:t>
            </a:r>
            <a:br/>
            <a:r>
              <a:t>            set_color normal</a:t>
            </a:r>
            <a:br/>
            <a:r>
              <a:t>            echo ""</a:t>
            </a:r>
            <a:br/>
            <a:r>
              <a:t>        else</a:t>
            </a:r>
            <a:br/>
            <a:r>
              <a:t>            set_color grey</a:t>
            </a:r>
            <a:br/>
            <a:r>
              <a:t>            echo "✔ $parent"</a:t>
            </a:r>
            <a:br/>
            <a:r>
              <a:t>            set_color normal</a:t>
            </a:r>
            <a:br/>
            <a:r>
              <a:t>        end</a:t>
            </a:r>
            <a:br/>
            <a:r>
              <a:t>    end</a:t>
            </a:r>
            <a:br/>
            <a:r>
              <a:t>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317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BBBBBB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E0E0E0"/>
                </a:solidFill>
                <a:latin typeface="Courier New"/>
              </a:defRPr>
            </a:pPr>
            <a:r>
              <a:t>$&gt;find . -name ".git" -type d</a:t>
            </a:r>
            <a:br/>
            <a:r>
              <a:t>./repo1/.git</a:t>
            </a:r>
            <a:br/>
            <a:r>
              <a:t>./repo2/.git</a:t>
            </a:r>
            <a:br/>
            <a:r>
              <a:t>./repo3/.git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38528"/>
            <a:ext cx="54864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fetch --quiet para no saturar la salida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status --porcelain para detectar cambios locales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</a:defRPr>
            </a:pPr>
            <a:r>
              <a:t>• status -sb para ver si estamos behind/ahead del remoto.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statussearch: Salida de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✔ ./path/to/repo1-dev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🚧 ./path/to/repo2 (Cambios locales)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M project/src/test.c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📥 ./path/to/repo3/README_tutorial (Pendiente de PULL)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list_declarations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Escanea archivos C extrayendo firmas de funciones: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function list_declarations</a:t>
            </a:r>
            <a:br/>
            <a:r>
              <a:t>    if test (count $argv) -eq 0</a:t>
            </a:r>
            <a:br/>
            <a:r>
              <a:t>        echo "Usage: list_declarations file1.c file2.c ..."; return 1</a:t>
            </a:r>
            <a:br/>
            <a:r>
              <a:t>    end</a:t>
            </a:r>
            <a:br/>
            <a:br/>
            <a:r>
              <a:t>    for file in $argv</a:t>
            </a:r>
            <a:br/>
            <a:r>
              <a:t>        set -l regex '^'                           # Inicio de línea</a:t>
            </a:r>
            <a:br/>
            <a:r>
              <a:t>        set regex "$regex""[ \t]*(static[ \t]+)?"  # Opcional "static" al inicio</a:t>
            </a:r>
            <a:br/>
            <a:r>
              <a:t>        set regex "$regex""[a-zA-Z_][a-zA-Z0-9_]*" # Tipo de retorno (int, void, char*, etc.)</a:t>
            </a:r>
            <a:br/>
            <a:r>
              <a:t>        set regex "$regex""([ \t]|\*)+"            # Espacios o asteriscos entre tipo y nombre</a:t>
            </a:r>
            <a:br/>
            <a:r>
              <a:t>        set regex "$regex""[a-zA-Z_][a-zA-Z0-9_]*" # Nombre de la función</a:t>
            </a:r>
            <a:br/>
            <a:r>
              <a:t>        set regex "$regex""[ \t]*\("               # Espacios opcionales antes del paréntesis de apertura</a:t>
            </a:r>
            <a:br/>
            <a:br/>
            <a:r>
              <a:t>        # Ejecutamos pasando la regex limpia</a:t>
            </a:r>
            <a:br/>
            <a:r>
              <a:t>        set -l output (command awk "/$regex/ { print \$0 \";\" }" $file | tr -d '\r')</a:t>
            </a:r>
            <a:br/>
            <a:r>
              <a:t>        </a:t>
            </a:r>
            <a:br/>
            <a:r>
              <a:t>        echo "// $file N:"(count $output)</a:t>
            </a:r>
            <a:br/>
            <a:r>
              <a:t>        string join \n $output</a:t>
            </a:r>
            <a:br/>
            <a:r>
              <a:t>    end</a:t>
            </a:r>
            <a:br/>
            <a:r>
              <a:t>end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$&gt;list_declarations parser.c</a:t>
            </a:r>
            <a:br/>
            <a:r>
              <a:t>// parser.c N:5</a:t>
            </a:r>
            <a:br/>
            <a:r>
              <a:t>int	ft_isdigit(int c);</a:t>
            </a:r>
            <a:br/>
            <a:r>
              <a:t>void	skip_spaces(const char *nptr, int *i);</a:t>
            </a:r>
            <a:br/>
            <a:r>
              <a:t>void	parse_sign(const char *str, int *i, int *sign);</a:t>
            </a:r>
            <a:br/>
            <a:r>
              <a:t>int	ft_atoi_strict(const char *str, int *out);</a:t>
            </a:r>
            <a:br/>
            <a:r>
              <a:t>int	check_args(int argc, char **argv);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2257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Pregunta: ¿Podemos generalizar para todo un proyecto?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45536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src/</a:t>
            </a:r>
            <a:br/>
            <a:r>
              <a:t>├── main.c</a:t>
            </a:r>
            <a:br/>
            <a:r>
              <a:t>├── parser.c</a:t>
            </a:r>
            <a:br/>
            <a:r>
              <a:t>└── utils.c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8736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function list_decl_bulk</a:t>
            </a:r>
            <a:br/>
            <a:r>
              <a:t>    for i in *.c </a:t>
            </a:r>
            <a:br/>
            <a:r>
              <a:t>        list_declarations $i</a:t>
            </a:r>
            <a:br/>
            <a:r>
              <a:t>    end</a:t>
            </a:r>
            <a:br/>
            <a:r>
              <a:t>end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Pregunta: ¿Podemos generalizar para todo un proyecto?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src/</a:t>
            </a:r>
            <a:br/>
            <a:r>
              <a:t>├── main.c</a:t>
            </a:r>
            <a:br/>
            <a:r>
              <a:t>├── parser/</a:t>
            </a:r>
            <a:br/>
            <a:r>
              <a:t>│   ├── parser.c</a:t>
            </a:r>
            <a:br/>
            <a:r>
              <a:t>│   ├── parser_utils.c</a:t>
            </a:r>
            <a:br/>
            <a:r>
              <a:t>│   └── lvalidation.c </a:t>
            </a:r>
            <a:br/>
            <a:r>
              <a:t>└── rendering/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22576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function list_decl_bulk</a:t>
            </a:r>
            <a:br/>
            <a:r>
              <a:t>	for i in **/*.c</a:t>
            </a:r>
            <a:br/>
            <a:r>
              <a:t>		list_declarations $i</a:t>
            </a:r>
            <a:br/>
            <a:r>
              <a:t>	end</a:t>
            </a:r>
            <a:br/>
            <a: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65576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function list_decl_bulk</a:t>
            </a:r>
            <a:br/>
            <a:r>
              <a:t>	for i in (find . -name "*.c")</a:t>
            </a:r>
            <a:br/>
            <a:r>
              <a:t>		list_declarations $i</a:t>
            </a:r>
            <a:br/>
            <a:r>
              <a:t>	end</a:t>
            </a:r>
            <a:br/>
            <a:r>
              <a:t>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08576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function list_decl_bulk</a:t>
            </a:r>
            <a:br/>
            <a:r>
              <a:t>	find . -name "*.c" -exec list_declarations {} \;</a:t>
            </a:r>
            <a:br/>
            <a:r>
              <a:t>end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08. Fish Tools Loader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Organización modular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Todas las funciones anteriores se agrupan en un repositorio estructurado: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fish_tools/</a:t>
            </a:r>
            <a:br/>
            <a:r>
              <a:t>├── init.fish          # Motor de carga</a:t>
            </a:r>
            <a:br/>
            <a:r>
              <a:t>├── groups/</a:t>
            </a:r>
            <a:br/>
            <a:r>
              <a:t>│   ├── 42tools/         # list_declarations.fish</a:t>
            </a:r>
            <a:br/>
            <a:r>
              <a:t>│   ├── gt/            # gcpush, pulleverything, statussearch</a:t>
            </a:r>
            <a:br/>
            <a:r>
              <a:t>│   ├── utils/         # memo, memoshow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# init.fish — Motor de carga automática</a:t>
            </a:r>
            <a:br/>
            <a:r>
              <a:t>set -gx FISH_TOOLS_ROOT (dirname (status filename))</a:t>
            </a:r>
            <a:br/>
            <a:br/>
            <a:r>
              <a:t>for group_dir in $FISH_TOOLS_ROOT/groups/*/</a:t>
            </a:r>
            <a:br/>
            <a:r>
              <a:t>    for func_file in $group_dir*.fish</a:t>
            </a:r>
            <a:br/>
            <a:r>
              <a:t>        source $func_file</a:t>
            </a:r>
            <a:br/>
            <a:r>
              <a:t>    end</a:t>
            </a:r>
            <a:br/>
            <a:r>
              <a:t>end</a:t>
            </a:r>
            <a:br/>
            <a:br/>
            <a:r>
              <a:t>echo "fish_tools: " (count $FISH_TOOLS_ROOT/groups/*/*.fish) "funciones cargadas"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Sincronización vía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0E0E0"/>
                </a:solidFill>
                <a:latin typeface="Courier New"/>
              </a:defRPr>
            </a:pPr>
            <a:r>
              <a:t># En ~/.config/fish/config.fish</a:t>
            </a:r>
            <a:br/>
            <a:r>
              <a:t>set -gx FISH_TOOLS_ROOT ~/path/to/fish_tools</a:t>
            </a:r>
            <a:br/>
            <a:r>
              <a:t>source $FISH_TOOLS_ROOT/init.fish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3794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**Ventajas:**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9424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Las funciones se cargan automáticamente por grupos temáticos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El autocompletado con TAB funciona para todos los subcomandos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Se sincroniza entre máquinas con git pull si se guarda en un repositorio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</a:defRPr>
            </a:pPr>
            <a:r>
              <a:t>• Cada función es un archivo independiente → fácil de mantener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09. Conclusión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¿Cuál elegir?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Contexto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Recomendación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Servidores / CI/CD / Docker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Bash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Compartir herramientas en equipo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Bash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macOS (sin configurar nada)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Zsh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Personalización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Zsh + Oh My Zsh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Productividad local diaria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Fish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"Que funcione desde el minuto uno"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</a:defRPr>
                      </a:pPr>
                      <a:r>
                        <a:t>Fish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Bash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Compartir herramientas en 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629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7040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7452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7863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macOS (sin configurar nada)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82753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Zsh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86867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90982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31520" y="95097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Personalización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99212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Zsh + Oh My Zsh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03327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31520" y="107441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31520" y="111556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Productividad local diaria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15671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Fish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19786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731520" y="123901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31520" y="128015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"Que funcione desde el minuto uno"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32130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Fish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36245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731520" y="14036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731520" y="1444751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731520" y="1485899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¡Gracias!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521207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mlermo-j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7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667511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42 Málaga · Shells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722375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