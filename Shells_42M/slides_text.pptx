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slide" Target="slides/slide3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5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6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7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8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9.pn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0.pn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1.png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2.png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3.png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4.png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5.png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6.png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7.png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8.png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9.png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0.png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1.png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2.png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3.png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4.png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5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91440" y="91440"/>
            <a:ext cx="10972800" cy="5943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>
                <a:solidFill>
                  <a:srgbClr val="1A1A1A"/>
                </a:solidFill>
              </a:defRPr>
            </a:pPr>
            <a:r>
              <a:t>Shell Showdown</a:t>
            </a:r>
            <a:br/>
            <a:r>
              <a:t>Bash, Zsh &amp; Fish: Eficiencia en la Terminal</a:t>
            </a:r>
            <a:br/>
            <a:r>
              <a:t>Tutorial para 42 Málaga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91440" y="91440"/>
            <a:ext cx="10972800" cy="5943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>
                <a:solidFill>
                  <a:srgbClr val="1A1A1A"/>
                </a:solidFill>
              </a:defRPr>
            </a:pPr>
            <a:r>
              <a:t>Introducción</a:t>
            </a:r>
            <a:br/>
            <a:r>
              <a:t>Bash</a:t>
            </a:r>
            <a:br/>
            <a:r>
              <a:t>vs</a:t>
            </a:r>
            <a:br/>
            <a:r>
              <a:t>Zsh</a:t>
            </a:r>
            <a:br/>
            <a:r>
              <a:t>vs</a:t>
            </a:r>
            <a:br/>
            <a:r>
              <a:t>Fish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91440" y="91440"/>
            <a:ext cx="10972800" cy="5943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>
                <a:solidFill>
                  <a:srgbClr val="1A1A1A"/>
                </a:solidFill>
              </a:defRPr>
            </a:pPr>
            <a:r>
              <a:t>Ecosistema de Shells</a:t>
            </a:r>
            <a:br/>
            <a:r>
              <a:t>Análisis comparativo de características</a:t>
            </a:r>
            <a:br/>
            <a:r>
              <a:t>Bash</a:t>
            </a:r>
            <a:br/>
            <a:r>
              <a:t>Año de lanzamiento 1989</a:t>
            </a:r>
            <a:br/>
            <a:r>
              <a:t>Compatibilidad POSIX 100% Estándar</a:t>
            </a:r>
            <a:br/>
            <a:r>
              <a:t>Filosofía de Sintaxis Clásica y estricta</a:t>
            </a:r>
            <a:br/>
            <a:r>
              <a:t>Experiencia Inicial Espartana</a:t>
            </a:r>
            <a:br/>
            <a:r>
              <a:t>Plugins: Limitados</a:t>
            </a:r>
            <a:br/>
            <a:r>
              <a:t>Zsh</a:t>
            </a:r>
            <a:br/>
            <a:r>
              <a:t>Año de lanzamiento 1990</a:t>
            </a:r>
            <a:br/>
            <a:r>
              <a:t>Compatibilidad POSIX 99% (Superconjunto)</a:t>
            </a:r>
            <a:br/>
            <a:r>
              <a:t>Filosofía de Sintaxis Clásica mejorada</a:t>
            </a:r>
            <a:br/>
            <a:r>
              <a:t>Experiencia Inicial Espartana</a:t>
            </a:r>
            <a:br/>
            <a:r>
              <a:t>Plugins: Oh My Zsh (Extenso)</a:t>
            </a:r>
            <a:br/>
            <a:r>
              <a:t>Fish Shell</a:t>
            </a:r>
            <a:br/>
            <a:r>
              <a:t>Año de lanzamiento 2005</a:t>
            </a:r>
            <a:br/>
            <a:r>
              <a:t>Compatibilidad POSIX 0% (Diseño propio)</a:t>
            </a:r>
            <a:br/>
            <a:r>
              <a:t>Filosofía de Sintaxis Moderna (Humana)</a:t>
            </a:r>
            <a:br/>
            <a:r>
              <a:t>Experiencia Inicial Completa e Inteligente</a:t>
            </a:r>
            <a:br/>
            <a:r>
              <a:t>Plugins: Fisher (Ligero/Nativo)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91440" y="91440"/>
            <a:ext cx="10972800" cy="5943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>
                <a:solidFill>
                  <a:srgbClr val="1A1A1A"/>
                </a:solidFill>
              </a:defRPr>
            </a:pPr>
            <a:r>
              <a:t>Ventajas</a:t>
            </a:r>
            <a:br/>
            <a:r>
              <a:t>Bash</a:t>
            </a:r>
            <a:br/>
            <a:r>
              <a:t>✓ Portabilidad absoluta:Linux, macOS, WSL, servidores, contenedores.</a:t>
            </a:r>
            <a:br/>
            <a:r>
              <a:t>✓ Documentación infinita:todo problema ya fue resuelto en internet.</a:t>
            </a:r>
            <a:br/>
            <a:r>
              <a:t>✓ Estándar:El rey en CI/CD, Dockerfiles y scripts de instalación.</a:t>
            </a:r>
            <a:br/>
            <a:r>
              <a:t>✓ Ligero:Sin dependencias externas y ultra rápido en arranque.</a:t>
            </a:r>
            <a:br/>
            <a:r>
              <a:t>✓ Compatibilidad total:Scripts de hace décadas siguen funcionando.</a:t>
            </a:r>
            <a:br/>
            <a:r>
              <a:t>Zsh</a:t>
            </a:r>
            <a:br/>
            <a:r>
              <a:t>✓ Compatibilidad total:Los scripts de Bash funcionan sin cambios.</a:t>
            </a:r>
            <a:br/>
            <a:r>
              <a:t>✓ Oh My Zsh:El mayor ecosistema de plugins y temas de la comunidad.</a:t>
            </a:r>
            <a:br/>
            <a:r>
              <a:t>✓ Personalizable:Puedes redefinir cualquier comportamiento interno.</a:t>
            </a:r>
            <a:br/>
            <a:r>
              <a:t>✓ Nativo en Apple:Es la Shell por defecto en macOS actualmente.</a:t>
            </a:r>
            <a:br/>
            <a:r>
              <a:t>✓ Mejor autocompletado:Supera a Bash ampliamente.</a:t>
            </a:r>
            <a:br/>
            <a:r>
              <a:t>✓ Arrays flexibles:Manipulación limpia sin requerir ${array[@]}.</a:t>
            </a:r>
            <a:br/>
            <a:r>
              <a:t>Fish</a:t>
            </a:r>
            <a:br/>
            <a:r>
              <a:t>✓ Autocompletado nativo:Lee páginas man y sugiere comandos en gris.</a:t>
            </a:r>
            <a:br/>
            <a:r>
              <a:t>✓ Sintaxis limpia:Adiós a do/done/fi, todo termina con end.</a:t>
            </a:r>
            <a:br/>
            <a:r>
              <a:t>✓ argparse integrado:Procesa banderas avanzadas en una sola línea.</a:t>
            </a:r>
            <a:br/>
            <a:r>
              <a:t>✓ Listas nativas:Manejo de arrays real sin comillas de protección.</a:t>
            </a:r>
            <a:br/>
            <a:r>
              <a:t>✓ funcsave:Guardado instantáneo de funciones desde la terminal.</a:t>
            </a:r>
            <a:br/>
            <a:r>
              <a:t>✓ Rápido y robusto:Diseñado desde cero y escrito en C++.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91440" y="91440"/>
            <a:ext cx="10972800" cy="5943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>
                <a:solidFill>
                  <a:srgbClr val="1A1A1A"/>
                </a:solidFill>
              </a:defRPr>
            </a:pPr>
            <a:r>
              <a:t>Desventajas</a:t>
            </a:r>
            <a:br/>
            <a:r>
              <a:t>Bash</a:t>
            </a:r>
            <a:br/>
            <a:r>
              <a:t>✗ Sintaxis arcaica:Un espacio en blanco mal puesto rompe el script por completo.</a:t>
            </a:r>
            <a:br/>
            <a:r>
              <a:t>✗ Espacios en rutas:Olvidar las comillas dobles desarma los argumentos.</a:t>
            </a:r>
            <a:br/>
            <a:r>
              <a:t>✗ Parseo tedioso:Requiere bucles while + case + shift para banderas simples.</a:t>
            </a:r>
            <a:br/>
            <a:r>
              <a:t>✗ Autocompletado básico:Por defecto viene limitado a comandos y archivos locales.</a:t>
            </a:r>
            <a:br/>
            <a:r>
              <a:t>Zsh</a:t>
            </a:r>
            <a:br/>
            <a:r>
              <a:t>✗ Requiere configuración:Sin plugins externos, es visualmente tan gris como Bash.</a:t>
            </a:r>
            <a:br/>
            <a:r>
              <a:t>✗ Lentitud:Cargar Oh My Zsh con muchos temas puede ralentizar el arranque.</a:t>
            </a:r>
            <a:br/>
            <a:r>
              <a:t>✗ Sintaxis heredada:Mantiene la lógica pesada de usar fi, done y [[ ]].</a:t>
            </a:r>
            <a:br/>
            <a:r>
              <a:t>✗ Inconsistencias:Algunas funciones nativas de Bash no se comportan igual aquí.</a:t>
            </a:r>
            <a:br/>
            <a:r>
              <a:t>✗ Dependencias pesadas:Oh My Zsh puede convertirse en un monstruo difícil de auditar.</a:t>
            </a:r>
            <a:br/>
            <a:r>
              <a:t>Fish</a:t>
            </a:r>
            <a:br/>
            <a:r>
              <a:t>✗ Incompatibilidad POSIX:Los scripts de Bash tradicionales no funcionarán nativamente.</a:t>
            </a:r>
            <a:br/>
            <a:r>
              <a:t>✗ Ausencia en servidores:Rara vez viene instalado por defecto en servidores de producción.</a:t>
            </a:r>
            <a:br/>
            <a:r>
              <a:t>✗ Ecosistema menor:Tiene menos recursos listos para usar que Oh My Zsh.</a:t>
            </a:r>
            <a:br/>
            <a:r>
              <a:t>✗ Herramientas CLI externas:A veces requieren envoltorios como bass o traducción manual.</a:t>
            </a:r>
            <a:br/>
            <a:r>
              <a:t>✗ Curva de aprendizaje:Su sintaxis diferente puede chocar a usuarios veteranos de Bash/Zsh.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91440" y="91440"/>
            <a:ext cx="10972800" cy="5943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>
                <a:solidFill>
                  <a:srgbClr val="1A1A1A"/>
                </a:solidFill>
              </a:defRPr>
            </a:pPr>
            <a:r>
              <a:t>Variables y Condicionales</a:t>
            </a:r>
            <a:br/>
            <a:r>
              <a:t>Bash/Zsh</a:t>
            </a:r>
            <a:br/>
            <a:r>
              <a:t>Reglas estrictas:</a:t>
            </a:r>
            <a:br/>
            <a:r>
              <a:t>Sin espacios alrededor del =</a:t>
            </a:r>
            <a:br/>
            <a:r>
              <a:t>Espacios obligatorios dentro de [ ]</a:t>
            </a:r>
            <a:br/>
            <a:r>
              <a:t>Las comillas dobles protegen espacios</a:t>
            </a:r>
            <a:br/>
            <a:r>
              <a:t>Fish</a:t>
            </a:r>
            <a:br/>
            <a:r>
              <a:t>Reglas más flexibles:</a:t>
            </a:r>
            <a:br/>
            <a:r>
              <a:t>set reemplaza al = — sin errores de espacios</a:t>
            </a:r>
            <a:br/>
            <a:r>
              <a:t>test sin corchetes, cierra con end</a:t>
            </a:r>
            <a:br/>
            <a:r>
              <a:t>Variables globales con set -gx</a:t>
            </a:r>
            <a:br/>
            <a:r>
              <a:t>Variables locales con set -l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91440" y="91440"/>
            <a:ext cx="10972800" cy="5943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>
                <a:solidFill>
                  <a:srgbClr val="1A1A1A"/>
                </a:solidFill>
              </a:defRPr>
            </a:pPr>
            <a:r>
              <a:t>Arrays y Bucles</a:t>
            </a:r>
            <a:br/>
            <a:r>
              <a:t>Bash/Zsh</a:t>
            </a:r>
            <a:br/>
            <a:r>
              <a:t>Sintaxis pesada: ${array[@]}, do/done</a:t>
            </a:r>
            <a:br/>
            <a:r>
              <a:t>Fish</a:t>
            </a:r>
            <a:br/>
            <a:r>
              <a:t>Las listas son nativas: $extensiones ya es una lista</a:t>
            </a:r>
            <a:br/>
            <a:r>
              <a:t>Sin ${array[@]}, sin do/done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91440" y="91440"/>
            <a:ext cx="10972800" cy="5943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>
                <a:solidFill>
                  <a:srgbClr val="1A1A1A"/>
                </a:solidFill>
              </a:defRPr>
            </a:pPr>
            <a:r>
              <a:t>Brace Expansion &amp; Argumentos</a:t>
            </a:r>
            <a:br/>
            <a:r>
              <a:t>Bash/Zsh</a:t>
            </a:r>
            <a:br/>
            <a:r>
              <a:t>Fish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91440" y="91440"/>
            <a:ext cx="10972800" cy="5943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>
                <a:solidFill>
                  <a:srgbClr val="1A1A1A"/>
                </a:solidFill>
              </a:defRPr>
            </a:pPr>
            <a:r>
              <a:t>Comparativa Directa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91440" y="91440"/>
            <a:ext cx="10972800" cy="5943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>
                <a:solidFill>
                  <a:srgbClr val="1A1A1A"/>
                </a:solidFill>
              </a:defRPr>
            </a:pPr>
            <a:r>
              <a:t>Variables</a:t>
            </a:r>
            <a:br/>
            <a:r>
              <a:t>Concepto</a:t>
            </a:r>
            <a:br/>
            <a:r>
              <a:t>Bash / Zsh</a:t>
            </a:r>
            <a:br/>
            <a:r>
              <a:t>Fish</a:t>
            </a:r>
            <a:br/>
            <a:r>
              <a:t>Declarar</a:t>
            </a:r>
            <a:br/>
            <a:r>
              <a:t>var="x"</a:t>
            </a:r>
            <a:br/>
            <a:r>
              <a:t>set var "x"</a:t>
            </a:r>
            <a:br/>
            <a:r>
              <a:t>Local</a:t>
            </a:r>
            <a:br/>
            <a:r>
              <a:t>local var="x"</a:t>
            </a:r>
            <a:br/>
            <a:r>
              <a:t>set -l var "x"</a:t>
            </a:r>
            <a:br/>
            <a:r>
              <a:t>Global</a:t>
            </a:r>
            <a:br/>
            <a:r>
              <a:t>export VAR=x</a:t>
            </a:r>
            <a:br/>
            <a:r>
              <a:t>set -gx VAR x</a:t>
            </a:r>
            <a:br/>
            <a:r>
              <a:t>Espacios en =</a:t>
            </a:r>
            <a:br/>
            <a:r>
              <a:t>❌ Prohibido</a:t>
            </a:r>
            <a:br/>
            <a:r>
              <a:t>✅ No aplica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91440" y="91440"/>
            <a:ext cx="10972800" cy="5943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>
                <a:solidFill>
                  <a:srgbClr val="1A1A1A"/>
                </a:solidFill>
              </a:defRPr>
            </a:pPr>
            <a:r>
              <a:t>Condicionales</a:t>
            </a:r>
            <a:br/>
            <a:r>
              <a:t>Concepto</a:t>
            </a:r>
            <a:br/>
            <a:r>
              <a:t>Bash / Zsh</a:t>
            </a:r>
            <a:br/>
            <a:r>
              <a:t>Fish</a:t>
            </a:r>
            <a:br/>
            <a:r>
              <a:t>If</a:t>
            </a:r>
            <a:br/>
            <a:r>
              <a:t>if [ "$a" = "b" ]</a:t>
            </a:r>
            <a:br/>
            <a:r>
              <a:t>if test $a = "b"</a:t>
            </a:r>
            <a:br/>
            <a:r>
              <a:t>And</a:t>
            </a:r>
            <a:br/>
            <a:r>
              <a:t>&amp;&amp; en [ ]</a:t>
            </a:r>
            <a:br/>
            <a:r>
              <a:t>; and</a:t>
            </a:r>
            <a:br/>
            <a:r>
              <a:t>Or</a:t>
            </a:r>
            <a:br/>
            <a:r>
              <a:t>|| en [ ]</a:t>
            </a:r>
            <a:br/>
            <a:r>
              <a:t>; or</a:t>
            </a:r>
            <a:br/>
            <a:r>
              <a:t>Cierre</a:t>
            </a:r>
            <a:br/>
            <a:r>
              <a:t>fi</a:t>
            </a:r>
            <a:br/>
            <a:r>
              <a:t>end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91440" y="91440"/>
            <a:ext cx="10972800" cy="5943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>
                <a:solidFill>
                  <a:srgbClr val="1A1A1A"/>
                </a:solidFill>
              </a:defRPr>
            </a:pPr>
            <a:r>
              <a:t>Arrays / Listas</a:t>
            </a:r>
            <a:br/>
            <a:r>
              <a:t>Concepto</a:t>
            </a:r>
            <a:br/>
            <a:r>
              <a:t>Bash / Zsh</a:t>
            </a:r>
            <a:br/>
            <a:r>
              <a:t>Fish</a:t>
            </a:r>
            <a:br/>
            <a:r>
              <a:t>Declarar</a:t>
            </a:r>
            <a:br/>
            <a:r>
              <a:t>arr=(a b)</a:t>
            </a:r>
            <a:br/>
            <a:r>
              <a:t>set arr a b</a:t>
            </a:r>
            <a:br/>
            <a:r>
              <a:t>Acceder</a:t>
            </a:r>
            <a:br/>
            <a:r>
              <a:t>"${arr[0]}" (Base 0)</a:t>
            </a:r>
            <a:br/>
            <a:r>
              <a:t>$arr[1] (Base 1)</a:t>
            </a:r>
            <a:br/>
            <a:r>
              <a:t>Todos</a:t>
            </a:r>
            <a:br/>
            <a:r>
              <a:t>"${arr[@]}"</a:t>
            </a:r>
            <a:br/>
            <a:r>
              <a:t>$arr</a:t>
            </a:r>
            <a:br/>
            <a:r>
              <a:t>Longitud</a:t>
            </a:r>
            <a:br/>
            <a:r>
              <a:t>${#arr[@]}</a:t>
            </a:r>
            <a:br/>
            <a:r>
              <a:t>count $arr</a:t>
            </a:r>
            <a:br/>
            <a:r>
              <a:t>Añadir</a:t>
            </a:r>
            <a:br/>
            <a:r>
              <a:t>arr+=("x")</a:t>
            </a:r>
            <a:br/>
            <a:r>
              <a:t>set -a arr "x"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91440" y="91440"/>
            <a:ext cx="10972800" cy="5943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>
                <a:solidFill>
                  <a:srgbClr val="1A1A1A"/>
                </a:solidFill>
              </a:defRPr>
            </a:pPr>
            <a:r>
              <a:t>Bucles</a:t>
            </a:r>
            <a:br/>
            <a:r>
              <a:t>Concepto</a:t>
            </a:r>
            <a:br/>
            <a:r>
              <a:t>Bash / Zsh</a:t>
            </a:r>
            <a:br/>
            <a:r>
              <a:t>Fish</a:t>
            </a:r>
            <a:br/>
            <a:r>
              <a:t>For rango</a:t>
            </a:r>
            <a:br/>
            <a:r>
              <a:t>{1..5} + do/done</a:t>
            </a:r>
            <a:br/>
            <a:r>
              <a:t>(seq 1 5) + end</a:t>
            </a:r>
            <a:br/>
            <a:r>
              <a:t>For lista</a:t>
            </a:r>
            <a:br/>
            <a:r>
              <a:t>"${arr[@]}" + do/done</a:t>
            </a:r>
            <a:br/>
            <a:r>
              <a:t>$arr + end</a:t>
            </a:r>
            <a:br/>
            <a:r>
              <a:t>Cierre</a:t>
            </a:r>
            <a:br/>
            <a:r>
              <a:t>done</a:t>
            </a:r>
            <a:br/>
            <a:r>
              <a:t>end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91440" y="91440"/>
            <a:ext cx="10972800" cy="5943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>
                <a:solidFill>
                  <a:srgbClr val="1A1A1A"/>
                </a:solidFill>
              </a:defRPr>
            </a:pPr>
            <a:r>
              <a:t>Compatibilidad y Ecosistema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91440" y="91440"/>
            <a:ext cx="10972800" cy="5943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>
                <a:solidFill>
                  <a:srgbClr val="1A1A1A"/>
                </a:solidFill>
              </a:defRPr>
            </a:pPr>
            <a:r>
              <a:t>El problema POSIX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91440" y="91440"/>
            <a:ext cx="10972800" cy="5943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>
                <a:solidFill>
                  <a:srgbClr val="1A1A1A"/>
                </a:solidFill>
              </a:defRPr>
            </a:pPr>
            <a:r>
              <a:t>Plugins Fisher esenciales</a:t>
            </a:r>
            <a:br/>
            <a:r>
              <a:t>Plugin</a:t>
            </a:r>
            <a:br/>
            <a:r>
              <a:t>Función</a:t>
            </a:r>
            <a:br/>
            <a:r>
              <a:t>Descripción</a:t>
            </a:r>
            <a:br/>
            <a:r>
              <a:t>edc/bass</a:t>
            </a:r>
            <a:br/>
            <a:r>
              <a:t>Ejecuta scripts Bash en Fish</a:t>
            </a:r>
            <a:br/>
            <a:r>
              <a:t>Permite usar herramientas CLI diseñadas para Bash</a:t>
            </a:r>
            <a:br/>
            <a:r>
              <a:t>jorgebucaran/nvm.fish</a:t>
            </a:r>
            <a:br/>
            <a:r>
              <a:t>NVM nativo ultra-rápido</a:t>
            </a:r>
            <a:br/>
            <a:r>
              <a:t>Gestión de versiones Node.js sin ralentizar el shell</a:t>
            </a:r>
            <a:br/>
            <a:r>
              <a:t>patrickf1/fzf.fish</a:t>
            </a:r>
            <a:br/>
            <a:r>
              <a:t>Buscador difuso (Ctrl+R visual)</a:t>
            </a:r>
            <a:br/>
            <a:r>
              <a:t>Reemplazo moderno para history con vista previa de comandos</a:t>
            </a:r>
            <a:br/>
            <a:r>
              <a:t>jethrokuan/z</a:t>
            </a:r>
            <a:br/>
            <a:r>
              <a:t>Salto a carpetas frecuentes</a:t>
            </a:r>
            <a:br/>
            <a:r>
              <a:t>Navegación rápida basada en uso reciente</a:t>
            </a:r>
            <a:br/>
            <a:r>
              <a:t>IlanCosman/tide</a:t>
            </a:r>
            <a:br/>
            <a:r>
              <a:t>Prompt asíncrono moderno</a:t>
            </a:r>
            <a:br/>
            <a:r>
              <a:t>Prompt personalizable con información de Git, tiempo, etc.</a:t>
            </a:r>
            <a:br/>
            <a:r>
              <a:t>franciscolourenco/done</a:t>
            </a:r>
            <a:br/>
            <a:r>
              <a:t>Notificación de comandos largos</a:t>
            </a:r>
            <a:br/>
            <a:r>
              <a:t>Notifica al terminar comandos que tardan más de 10 segundos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91440" y="91440"/>
            <a:ext cx="10972800" cy="5943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>
                <a:solidFill>
                  <a:srgbClr val="1A1A1A"/>
                </a:solidFill>
              </a:defRPr>
            </a:pPr>
            <a:r>
              <a:t>Instalación rápida de plugins</a:t>
            </a:r>
            <a:br/>
            <a:r>
              <a:t>For Fish (Fisher)</a:t>
            </a:r>
            <a:br/>
            <a:r>
              <a:t>For Zsh (Oh My Zsh)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91440" y="91440"/>
            <a:ext cx="10972800" cy="5943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>
                <a:solidFill>
                  <a:srgbClr val="1A1A1A"/>
                </a:solidFill>
              </a:defRPr>
            </a:pPr>
            <a:r>
              <a:t>fzf: Buscador difuso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91440" y="91440"/>
            <a:ext cx="10972800" cy="5943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>
                <a:solidFill>
                  <a:srgbClr val="1A1A1A"/>
                </a:solidFill>
              </a:defRPr>
            </a:pPr>
            <a:r>
              <a:t>eza: ls mejorado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2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91440" y="91440"/>
            <a:ext cx="10972800" cy="5943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>
                <a:solidFill>
                  <a:srgbClr val="1A1A1A"/>
                </a:solidFill>
              </a:defRPr>
            </a:pPr>
            <a:r>
              <a:t>Ejemplos del Día a Día (Fish)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2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91440" y="91440"/>
            <a:ext cx="10972800" cy="5943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>
                <a:solidFill>
                  <a:srgbClr val="1A1A1A"/>
                </a:solidFill>
              </a:defRPr>
            </a:pPr>
            <a:r>
              <a:t>gcpush</a:t>
            </a:r>
            <a:br/>
            <a:r>
              <a:t>Uso</a:t>
            </a:r>
            <a:br/>
            <a:r>
              <a:t>O sin mensaje: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2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91440" y="91440"/>
            <a:ext cx="10972800" cy="5943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>
                <a:solidFill>
                  <a:srgbClr val="1A1A1A"/>
                </a:solidFill>
              </a:defRPr>
            </a:pPr>
            <a:r>
              <a:t>pulleverything</a:t>
            </a:r>
            <a:br/>
            <a:r>
              <a:t>ft_printf</a:t>
            </a:r>
            <a:br/>
            <a:r>
              <a:t>Already up to date.</a:t>
            </a:r>
            <a:br/>
            <a:r>
              <a:t>repo_not_sync</a:t>
            </a:r>
            <a:br/>
            <a:r>
              <a:t>Updating 42c9b8a..d1e2f3a</a:t>
            </a:r>
            <a:br/>
            <a:r>
              <a:t>Fast-forward</a:t>
            </a:r>
            <a:br/>
            <a:r>
              <a:t>README.md | 2 +-</a:t>
            </a:r>
            <a:br/>
            <a:r>
              <a:t>1 file changed, 1 insertion(+), 1 deletion(-)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2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91440" y="91440"/>
            <a:ext cx="10972800" cy="5943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>
                <a:solidFill>
                  <a:srgbClr val="1A1A1A"/>
                </a:solidFill>
              </a:defRPr>
            </a:pPr>
            <a:r>
              <a:t>memo</a:t>
            </a:r>
            <a:br/>
            <a:r>
              <a:t>Uso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2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91440" y="91440"/>
            <a:ext cx="10972800" cy="5943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>
                <a:solidFill>
                  <a:srgbClr val="1A1A1A"/>
                </a:solidFill>
              </a:defRPr>
            </a:pPr>
            <a:r>
              <a:t>memoshow</a:t>
            </a:r>
            <a:br/>
            <a:r>
              <a:t>Uso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2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91440" y="91440"/>
            <a:ext cx="10972800" cy="5943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>
                <a:solidFill>
                  <a:srgbClr val="1A1A1A"/>
                </a:solidFill>
              </a:defRPr>
            </a:pPr>
            <a:r>
              <a:t>statussearch</a:t>
            </a:r>
            <a:br/>
            <a:r>
              <a:t>Estado Git de múltiples repositorios:</a:t>
            </a:r>
            <a:br/>
            <a:r>
              <a:t>fetch --quiet  para no saturar la salida</a:t>
            </a:r>
            <a:br/>
            <a:r>
              <a:t>status --porcelain para detectar cambios locales</a:t>
            </a:r>
            <a:br/>
            <a:r>
              <a:t>status -sb para ver si estamos behind/ahead del remoto.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2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91440" y="91440"/>
            <a:ext cx="10972800" cy="5943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>
                <a:solidFill>
                  <a:srgbClr val="1A1A1A"/>
                </a:solidFill>
              </a:defRPr>
            </a:pPr>
            <a:r>
              <a:t>statussearch: Salida de ejemplo</a:t>
            </a:r>
            <a:br/>
            <a:r>
              <a:t>✔ ./path/to/repo1-dev</a:t>
            </a:r>
            <a:br/>
            <a:r>
              <a:t>🚧 ./path/to/repo2 (Cambios locales)</a:t>
            </a:r>
            <a:br/>
            <a:r>
              <a:t>M project/src/test.c</a:t>
            </a:r>
            <a:br/>
            <a:r>
              <a:t>📥 ./path/to/repo3/README_tutorial (Pendiente de PULL)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2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91440" y="91440"/>
            <a:ext cx="10972800" cy="5943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>
                <a:solidFill>
                  <a:srgbClr val="1A1A1A"/>
                </a:solidFill>
              </a:defRPr>
            </a:pPr>
            <a:r>
              <a:t>list_declarations</a:t>
            </a:r>
            <a:br/>
            <a:r>
              <a:t>Escanea archivos C extrayendo firmas de funciones: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2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91440" y="91440"/>
            <a:ext cx="10972800" cy="5943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>
                <a:solidFill>
                  <a:srgbClr val="1A1A1A"/>
                </a:solidFill>
              </a:defRPr>
            </a:pPr>
            <a:r>
              <a:t>Uso</a:t>
            </a:r>
            <a:br/>
            <a:r>
              <a:t>Pregunta: ¿Podemos generalizar para todo un proyecto?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2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91440" y="91440"/>
            <a:ext cx="10972800" cy="5943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>
                <a:solidFill>
                  <a:srgbClr val="1A1A1A"/>
                </a:solidFill>
              </a:defRPr>
            </a:pPr>
            <a:r>
              <a:t>Pregunta: ¿Podemos generalizar para todo un proyecto?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3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91440" y="91440"/>
            <a:ext cx="10972800" cy="5943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>
                <a:solidFill>
                  <a:srgbClr val="1A1A1A"/>
                </a:solidFill>
              </a:defRPr>
            </a:pPr>
            <a:r>
              <a:t>Fish Tools Loader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3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91440" y="91440"/>
            <a:ext cx="10972800" cy="5943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>
                <a:solidFill>
                  <a:srgbClr val="1A1A1A"/>
                </a:solidFill>
              </a:defRPr>
            </a:pPr>
            <a:r>
              <a:t>Organización modular</a:t>
            </a:r>
            <a:br/>
            <a:r>
              <a:t>Todas las funciones anteriores se agrupan en un repositorio estructurado: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3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91440" y="91440"/>
            <a:ext cx="10972800" cy="5943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>
                <a:solidFill>
                  <a:srgbClr val="1A1A1A"/>
                </a:solidFill>
              </a:defRPr>
            </a:pPr>
            <a:r>
              <a:t>Sincronización vía Git</a:t>
            </a:r>
            <a:br/>
            <a:r>
              <a:t>Ventajas:</a:t>
            </a:r>
            <a:br/>
            <a:r>
              <a:t>Las funciones se cargan automáticamente por grupos temáticos</a:t>
            </a:r>
            <a:br/>
            <a:r>
              <a:t>El autocompletado con TAB funciona para todos los subcomandos</a:t>
            </a:r>
            <a:br/>
            <a:r>
              <a:t>Se sincroniza entre máquinas con git pull si se guarda en un repositorio</a:t>
            </a:r>
            <a:br/>
            <a:r>
              <a:t>Cada función es un archivo independiente → fácil de mantener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3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91440" y="91440"/>
            <a:ext cx="10972800" cy="5943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>
                <a:solidFill>
                  <a:srgbClr val="1A1A1A"/>
                </a:solidFill>
              </a:defRPr>
            </a:pPr>
            <a:r>
              <a:t>Conclusión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3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91440" y="91440"/>
            <a:ext cx="10972800" cy="5943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>
                <a:solidFill>
                  <a:srgbClr val="1A1A1A"/>
                </a:solidFill>
              </a:defRPr>
            </a:pPr>
            <a:r>
              <a:t>¿Cuál elegir?</a:t>
            </a:r>
            <a:br/>
            <a:r>
              <a:t>Contexto</a:t>
            </a:r>
            <a:br/>
            <a:r>
              <a:t>Recomendación</a:t>
            </a:r>
            <a:br/>
            <a:r>
              <a:t>Servidores / CI/CD / Docker</a:t>
            </a:r>
            <a:br/>
            <a:r>
              <a:t>Bash</a:t>
            </a:r>
            <a:br/>
            <a:r>
              <a:t>Compartir herramientas en equipo</a:t>
            </a:r>
            <a:br/>
            <a:r>
              <a:t>Bash</a:t>
            </a:r>
            <a:br/>
            <a:r>
              <a:t>macOS (sin configurar nada)</a:t>
            </a:r>
            <a:br/>
            <a:r>
              <a:t>Zsh</a:t>
            </a:r>
            <a:br/>
            <a:r>
              <a:t>Personalización total</a:t>
            </a:r>
            <a:br/>
            <a:r>
              <a:t>Zsh + Oh My Zsh</a:t>
            </a:r>
            <a:br/>
            <a:r>
              <a:t>Productividad local diaria</a:t>
            </a:r>
            <a:br/>
            <a:r>
              <a:t>Fish</a:t>
            </a:r>
            <a:br/>
            <a:r>
              <a:t>"Que funcione desde el minuto uno"</a:t>
            </a:r>
            <a:br/>
            <a:r>
              <a:t>Fish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3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91440" y="91440"/>
            <a:ext cx="10972800" cy="5943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>
                <a:solidFill>
                  <a:srgbClr val="1A1A1A"/>
                </a:solidFill>
              </a:defRPr>
            </a:pPr>
            <a:r>
              <a:t>¡Gracias!</a:t>
            </a:r>
            <a:br/>
            <a:r>
              <a:t>mlermo-j</a:t>
            </a:r>
            <a:br/>
            <a:r>
              <a:t>42 Málaga · Shells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