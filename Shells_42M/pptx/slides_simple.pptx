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1" Type="http://schemas.openxmlformats.org/officeDocument/2006/relationships/image" Target="../media/slide-1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2" Type="http://schemas.openxmlformats.org/officeDocument/2006/relationships/image" Target="../media/slide-10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3" Type="http://schemas.openxmlformats.org/officeDocument/2006/relationships/image" Target="../media/slide-11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4" Type="http://schemas.openxmlformats.org/officeDocument/2006/relationships/image" Target="../media/slide-12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5" Type="http://schemas.openxmlformats.org/officeDocument/2006/relationships/image" Target="../media/slide-13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6" Type="http://schemas.openxmlformats.org/officeDocument/2006/relationships/image" Target="../media/slide-14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7" Type="http://schemas.openxmlformats.org/officeDocument/2006/relationships/image" Target="../media/slide-1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8" Type="http://schemas.openxmlformats.org/officeDocument/2006/relationships/image" Target="../media/slide-16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9" Type="http://schemas.openxmlformats.org/officeDocument/2006/relationships/image" Target="../media/slide-1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10" Type="http://schemas.openxmlformats.org/officeDocument/2006/relationships/image" Target="../media/slide-18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11" Type="http://schemas.openxmlformats.org/officeDocument/2006/relationships/image" Target="../media/slide-19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12" Type="http://schemas.openxmlformats.org/officeDocument/2006/relationships/image" Target="../media/slide-2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13" Type="http://schemas.openxmlformats.org/officeDocument/2006/relationships/image" Target="../media/slide-20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14" Type="http://schemas.openxmlformats.org/officeDocument/2006/relationships/image" Target="../media/slide-21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15" Type="http://schemas.openxmlformats.org/officeDocument/2006/relationships/image" Target="../media/slide-22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16" Type="http://schemas.openxmlformats.org/officeDocument/2006/relationships/image" Target="../media/slide-23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17" Type="http://schemas.openxmlformats.org/officeDocument/2006/relationships/image" Target="../media/slide-24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18" Type="http://schemas.openxmlformats.org/officeDocument/2006/relationships/image" Target="../media/slide-25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19" Type="http://schemas.openxmlformats.org/officeDocument/2006/relationships/image" Target="../media/slide-26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20" Type="http://schemas.openxmlformats.org/officeDocument/2006/relationships/image" Target="../media/slide-27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21" Type="http://schemas.openxmlformats.org/officeDocument/2006/relationships/image" Target="../media/slide-28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22" Type="http://schemas.openxmlformats.org/officeDocument/2006/relationships/image" Target="../media/slide-29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23" Type="http://schemas.openxmlformats.org/officeDocument/2006/relationships/image" Target="../media/slide-3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24" Type="http://schemas.openxmlformats.org/officeDocument/2006/relationships/image" Target="../media/slide-30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25" Type="http://schemas.openxmlformats.org/officeDocument/2006/relationships/image" Target="../media/slide-31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26" Type="http://schemas.openxmlformats.org/officeDocument/2006/relationships/image" Target="../media/slide-32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27" Type="http://schemas.openxmlformats.org/officeDocument/2006/relationships/image" Target="../media/slide-33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28" Type="http://schemas.openxmlformats.org/officeDocument/2006/relationships/image" Target="../media/slide-3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29" Type="http://schemas.openxmlformats.org/officeDocument/2006/relationships/image" Target="../media/slide-35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30" Type="http://schemas.openxmlformats.org/officeDocument/2006/relationships/image" Target="../media/slide-4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31" Type="http://schemas.openxmlformats.org/officeDocument/2006/relationships/image" Target="../media/slide-5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32" Type="http://schemas.openxmlformats.org/officeDocument/2006/relationships/image" Target="../media/slide-6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33" Type="http://schemas.openxmlformats.org/officeDocument/2006/relationships/image" Target="../media/slide-7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34" Type="http://schemas.openxmlformats.org/officeDocument/2006/relationships/image" Target="../media/slide-8.sv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35" Type="http://schemas.openxmlformats.org/officeDocument/2006/relationships/image" Target="../media/slide-9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1" name="Picture 1" descr="slide-1.svg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2" name="Picture 2" descr="slide-10.svg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3" name="Picture 3" descr="slide-11.svg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4" name="Picture 4" descr="slide-12.svg"/>
          <p:cNvPicPr>
            <a:picLocks noChangeAspect="1"/>
          </p:cNvPicPr>
          <p:nvPr/>
        </p:nvPicPr>
        <p:blipFill>
          <a:blip r:embed="rIdImg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5" name="Picture 5" descr="slide-13.svg"/>
          <p:cNvPicPr>
            <a:picLocks noChangeAspect="1"/>
          </p:cNvPicPr>
          <p:nvPr/>
        </p:nvPicPr>
        <p:blipFill>
          <a:blip r:embed="rIdImg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6" name="Picture 6" descr="slide-14.svg"/>
          <p:cNvPicPr>
            <a:picLocks noChangeAspect="1"/>
          </p:cNvPicPr>
          <p:nvPr/>
        </p:nvPicPr>
        <p:blipFill>
          <a:blip r:embed="rIdImg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7" name="Picture 7" descr="slide-15.svg"/>
          <p:cNvPicPr>
            <a:picLocks noChangeAspect="1"/>
          </p:cNvPicPr>
          <p:nvPr/>
        </p:nvPicPr>
        <p:blipFill>
          <a:blip r:embed="rIdImg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8" name="Picture 8" descr="slide-16.svg"/>
          <p:cNvPicPr>
            <a:picLocks noChangeAspect="1"/>
          </p:cNvPicPr>
          <p:nvPr/>
        </p:nvPicPr>
        <p:blipFill>
          <a:blip r:embed="rIdImg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9" name="Picture 9" descr="slide-17.svg"/>
          <p:cNvPicPr>
            <a:picLocks noChangeAspect="1"/>
          </p:cNvPicPr>
          <p:nvPr/>
        </p:nvPicPr>
        <p:blipFill>
          <a:blip r:embed="rIdImg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0" name="Picture 10" descr="slide-18.svg"/>
          <p:cNvPicPr>
            <a:picLocks noChangeAspect="1"/>
          </p:cNvPicPr>
          <p:nvPr/>
        </p:nvPicPr>
        <p:blipFill>
          <a:blip r:embed="rIdImg1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1" name="Picture 11" descr="slide-19.svg"/>
          <p:cNvPicPr>
            <a:picLocks noChangeAspect="1"/>
          </p:cNvPicPr>
          <p:nvPr/>
        </p:nvPicPr>
        <p:blipFill>
          <a:blip r:embed="rIdImg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2" name="Picture 12" descr="slide-2.svg"/>
          <p:cNvPicPr>
            <a:picLocks noChangeAspect="1"/>
          </p:cNvPicPr>
          <p:nvPr/>
        </p:nvPicPr>
        <p:blipFill>
          <a:blip r:embed="rIdImg1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3" name="Picture 13" descr="slide-20.svg"/>
          <p:cNvPicPr>
            <a:picLocks noChangeAspect="1"/>
          </p:cNvPicPr>
          <p:nvPr/>
        </p:nvPicPr>
        <p:blipFill>
          <a:blip r:embed="rIdImg1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4" name="Picture 14" descr="slide-21.svg"/>
          <p:cNvPicPr>
            <a:picLocks noChangeAspect="1"/>
          </p:cNvPicPr>
          <p:nvPr/>
        </p:nvPicPr>
        <p:blipFill>
          <a:blip r:embed="rIdImg1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5" name="Picture 15" descr="slide-22.svg"/>
          <p:cNvPicPr>
            <a:picLocks noChangeAspect="1"/>
          </p:cNvPicPr>
          <p:nvPr/>
        </p:nvPicPr>
        <p:blipFill>
          <a:blip r:embed="rIdImg1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6" name="Picture 16" descr="slide-23.svg"/>
          <p:cNvPicPr>
            <a:picLocks noChangeAspect="1"/>
          </p:cNvPicPr>
          <p:nvPr/>
        </p:nvPicPr>
        <p:blipFill>
          <a:blip r:embed="rIdImg1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7" name="Picture 17" descr="slide-24.svg"/>
          <p:cNvPicPr>
            <a:picLocks noChangeAspect="1"/>
          </p:cNvPicPr>
          <p:nvPr/>
        </p:nvPicPr>
        <p:blipFill>
          <a:blip r:embed="rIdImg1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8" name="Picture 18" descr="slide-25.svg"/>
          <p:cNvPicPr>
            <a:picLocks noChangeAspect="1"/>
          </p:cNvPicPr>
          <p:nvPr/>
        </p:nvPicPr>
        <p:blipFill>
          <a:blip r:embed="rIdImg1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9" name="Picture 19" descr="slide-26.svg"/>
          <p:cNvPicPr>
            <a:picLocks noChangeAspect="1"/>
          </p:cNvPicPr>
          <p:nvPr/>
        </p:nvPicPr>
        <p:blipFill>
          <a:blip r:embed="rIdImg1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0" name="Picture 20" descr="slide-27.svg"/>
          <p:cNvPicPr>
            <a:picLocks noChangeAspect="1"/>
          </p:cNvPicPr>
          <p:nvPr/>
        </p:nvPicPr>
        <p:blipFill>
          <a:blip r:embed="rIdImg2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1" name="Picture 21" descr="slide-28.svg"/>
          <p:cNvPicPr>
            <a:picLocks noChangeAspect="1"/>
          </p:cNvPicPr>
          <p:nvPr/>
        </p:nvPicPr>
        <p:blipFill>
          <a:blip r:embed="rIdImg2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2" name="Picture 22" descr="slide-29.svg"/>
          <p:cNvPicPr>
            <a:picLocks noChangeAspect="1"/>
          </p:cNvPicPr>
          <p:nvPr/>
        </p:nvPicPr>
        <p:blipFill>
          <a:blip r:embed="rIdImg2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3" name="Picture 23" descr="slide-3.svg"/>
          <p:cNvPicPr>
            <a:picLocks noChangeAspect="1"/>
          </p:cNvPicPr>
          <p:nvPr/>
        </p:nvPicPr>
        <p:blipFill>
          <a:blip r:embed="rIdImg2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4" name="Picture 24" descr="slide-30.svg"/>
          <p:cNvPicPr>
            <a:picLocks noChangeAspect="1"/>
          </p:cNvPicPr>
          <p:nvPr/>
        </p:nvPicPr>
        <p:blipFill>
          <a:blip r:embed="rIdImg2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5" name="Picture 25" descr="slide-31.svg"/>
          <p:cNvPicPr>
            <a:picLocks noChangeAspect="1"/>
          </p:cNvPicPr>
          <p:nvPr/>
        </p:nvPicPr>
        <p:blipFill>
          <a:blip r:embed="rIdImg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Picture 26" descr="slide-32.svg"/>
          <p:cNvPicPr>
            <a:picLocks noChangeAspect="1"/>
          </p:cNvPicPr>
          <p:nvPr/>
        </p:nvPicPr>
        <p:blipFill>
          <a:blip r:embed="rIdImg2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7" name="Picture 27" descr="slide-33.svg"/>
          <p:cNvPicPr>
            <a:picLocks noChangeAspect="1"/>
          </p:cNvPicPr>
          <p:nvPr/>
        </p:nvPicPr>
        <p:blipFill>
          <a:blip r:embed="rIdImg2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Picture 28" descr="slide-34.svg"/>
          <p:cNvPicPr>
            <a:picLocks noChangeAspect="1"/>
          </p:cNvPicPr>
          <p:nvPr/>
        </p:nvPicPr>
        <p:blipFill>
          <a:blip r:embed="rIdImg2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9" name="Picture 29" descr="slide-35.svg"/>
          <p:cNvPicPr>
            <a:picLocks noChangeAspect="1"/>
          </p:cNvPicPr>
          <p:nvPr/>
        </p:nvPicPr>
        <p:blipFill>
          <a:blip r:embed="rIdImg2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0" name="Picture 30" descr="slide-4.svg"/>
          <p:cNvPicPr>
            <a:picLocks noChangeAspect="1"/>
          </p:cNvPicPr>
          <p:nvPr/>
        </p:nvPicPr>
        <p:blipFill>
          <a:blip r:embed="rIdImg3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1" name="Picture 31" descr="slide-5.svg"/>
          <p:cNvPicPr>
            <a:picLocks noChangeAspect="1"/>
          </p:cNvPicPr>
          <p:nvPr/>
        </p:nvPicPr>
        <p:blipFill>
          <a:blip r:embed="rIdImg3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2" name="Picture 32" descr="slide-6.svg"/>
          <p:cNvPicPr>
            <a:picLocks noChangeAspect="1"/>
          </p:cNvPicPr>
          <p:nvPr/>
        </p:nvPicPr>
        <p:blipFill>
          <a:blip r:embed="rIdImg3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3" name="Picture 33" descr="slide-7.svg"/>
          <p:cNvPicPr>
            <a:picLocks noChangeAspect="1"/>
          </p:cNvPicPr>
          <p:nvPr/>
        </p:nvPicPr>
        <p:blipFill>
          <a:blip r:embed="rIdImg3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4" name="Picture 34" descr="slide-8.svg"/>
          <p:cNvPicPr>
            <a:picLocks noChangeAspect="1"/>
          </p:cNvPicPr>
          <p:nvPr/>
        </p:nvPicPr>
        <p:blipFill>
          <a:blip r:embed="rIdImg3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5" name="Picture 35" descr="slide-9.svg"/>
          <p:cNvPicPr>
            <a:picLocks noChangeAspect="1"/>
          </p:cNvPicPr>
          <p:nvPr/>
        </p:nvPicPr>
        <p:blipFill>
          <a:blip r:embed="rIdImg3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