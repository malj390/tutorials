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1: TITLE                 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2: SECTION — INTRODUCCIÓN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3: ECOSISTEMA (3-COL CARDS)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4: VENTAJAS (3-COL CARDS)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5: DESVENTAJAS (3-COL CARDS)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6: VARIABLES Y CONDICIONALES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7: ARRAYS Y BUCLES      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8: BRACE EXPANSION &amp; ARGUMENTOS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9: SECTION — COMPARATIVA DIRECTA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10: VARIABLES — TABLE   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11: CONDICIONALES — TABLE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12: ARRAYS / LISTAS — TABLE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13: BUCLES — TABLE      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14: SECTION — COMPATIBILIDAD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15: EL PROBLEMA POSIX (2-COL)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16: PLUGINS FISHER ESENCIALES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17: INSTALACIÓN RÁPIDA (2-COL)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18: FZF — BUSCADOR DIFUSO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19: EZA — LS MEJORADO   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20: SECTION — EJEMPLOS DÍA A DÍA║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21: GCPUSH               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22: PULLEVERYTHING      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23: MEMO                 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24: MEMOSHOW             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25: STATUSSEARCH         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26: STATUSSEARCH — SALIDA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27: LIST_DECLARATIONS   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28: LIST_DECLARATIONS — BULK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29: SECTION — FISH TOOLS LOADER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30: ORGANIZACIÓN MODULAR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31: SINCRONIZACIÓN VÍA GIT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32: SECTION — CONCLUSIÓN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33: ¿CUÁL ELEGIR?      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╔══════════════════════════════════════════╗
║  SLIDE 34: THANK YOU                     ║
╚══════════════════════════════════════════╝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Showdown</dc:title>
  <dc:subject>Shell Showdown — Bash, Zsh &amp; Fish</dc:subject>
  <dc:creator>Created by Marp</dc:creator>
  <cp:lastModifiedBy>Created by Marp</cp:lastModifiedBy>
  <cp:revision>1</cp:revision>
  <dcterms:created xsi:type="dcterms:W3CDTF">2026-06-03T10:12:57Z</dcterms:created>
  <dcterms:modified xsi:type="dcterms:W3CDTF">2026-06-03T10:12:57Z</dcterms:modified>
</cp:coreProperties>
</file>